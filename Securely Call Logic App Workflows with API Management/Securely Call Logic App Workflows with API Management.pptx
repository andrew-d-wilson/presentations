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5"/>
  </p:notesMasterIdLst>
  <p:sldIdLst>
    <p:sldId id="288" r:id="rId6"/>
    <p:sldId id="290" r:id="rId7"/>
    <p:sldId id="287" r:id="rId8"/>
    <p:sldId id="295" r:id="rId9"/>
    <p:sldId id="289" r:id="rId10"/>
    <p:sldId id="292" r:id="rId11"/>
    <p:sldId id="293" r:id="rId12"/>
    <p:sldId id="294" r:id="rId13"/>
    <p:sldId id="297" r:id="rId14"/>
    <p:sldId id="298" r:id="rId15"/>
    <p:sldId id="299" r:id="rId16"/>
    <p:sldId id="302" r:id="rId17"/>
    <p:sldId id="300" r:id="rId18"/>
    <p:sldId id="301" r:id="rId19"/>
    <p:sldId id="303" r:id="rId20"/>
    <p:sldId id="304" r:id="rId21"/>
    <p:sldId id="305" r:id="rId22"/>
    <p:sldId id="306"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2D90"/>
    <a:srgbClr val="63318A"/>
    <a:srgbClr val="652B91"/>
    <a:srgbClr val="1F4E79"/>
    <a:srgbClr val="FF0000"/>
    <a:srgbClr val="00B050"/>
    <a:srgbClr val="575756"/>
    <a:srgbClr val="CC15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92F882-3BBC-4296-AFF9-D21303910927}" v="376" dt="2025-02-21T20:56:08.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745" autoAdjust="0"/>
  </p:normalViewPr>
  <p:slideViewPr>
    <p:cSldViewPr snapToGrid="0">
      <p:cViewPr varScale="1">
        <p:scale>
          <a:sx n="79" d="100"/>
          <a:sy n="79" d="100"/>
        </p:scale>
        <p:origin x="120"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Wilson" userId="4590cb4e-3a94-4e03-8a18-2b2e428f7994" providerId="ADAL" clId="{5A92F882-3BBC-4296-AFF9-D21303910927}"/>
    <pc:docChg chg="undo redo custSel addSld delSld modSld sldOrd">
      <pc:chgData name="Andrew Wilson" userId="4590cb4e-3a94-4e03-8a18-2b2e428f7994" providerId="ADAL" clId="{5A92F882-3BBC-4296-AFF9-D21303910927}" dt="2025-02-21T20:56:35.545" v="1309" actId="15"/>
      <pc:docMkLst>
        <pc:docMk/>
      </pc:docMkLst>
      <pc:sldChg chg="ord">
        <pc:chgData name="Andrew Wilson" userId="4590cb4e-3a94-4e03-8a18-2b2e428f7994" providerId="ADAL" clId="{5A92F882-3BBC-4296-AFF9-D21303910927}" dt="2025-02-21T19:50:28.552" v="709"/>
        <pc:sldMkLst>
          <pc:docMk/>
          <pc:sldMk cId="2410644867" sldId="287"/>
        </pc:sldMkLst>
      </pc:sldChg>
      <pc:sldChg chg="addSp modSp new mod ord modShow">
        <pc:chgData name="Andrew Wilson" userId="4590cb4e-3a94-4e03-8a18-2b2e428f7994" providerId="ADAL" clId="{5A92F882-3BBC-4296-AFF9-D21303910927}" dt="2025-02-21T19:49:43.305" v="702" actId="729"/>
        <pc:sldMkLst>
          <pc:docMk/>
          <pc:sldMk cId="1662252695" sldId="288"/>
        </pc:sldMkLst>
        <pc:picChg chg="add mod">
          <ac:chgData name="Andrew Wilson" userId="4590cb4e-3a94-4e03-8a18-2b2e428f7994" providerId="ADAL" clId="{5A92F882-3BBC-4296-AFF9-D21303910927}" dt="2025-02-18T22:38:09.406" v="2" actId="27614"/>
          <ac:picMkLst>
            <pc:docMk/>
            <pc:sldMk cId="1662252695" sldId="288"/>
            <ac:picMk id="5" creationId="{AA5DE7D0-0E87-4940-48B6-58C52B2FFCAB}"/>
          </ac:picMkLst>
        </pc:picChg>
      </pc:sldChg>
      <pc:sldChg chg="addSp delSp modSp add mod ord addAnim delAnim modAnim modNotesTx">
        <pc:chgData name="Andrew Wilson" userId="4590cb4e-3a94-4e03-8a18-2b2e428f7994" providerId="ADAL" clId="{5A92F882-3BBC-4296-AFF9-D21303910927}" dt="2025-02-21T20:10:33.396" v="759" actId="20577"/>
        <pc:sldMkLst>
          <pc:docMk/>
          <pc:sldMk cId="1516248984" sldId="289"/>
        </pc:sldMkLst>
        <pc:spChg chg="mod">
          <ac:chgData name="Andrew Wilson" userId="4590cb4e-3a94-4e03-8a18-2b2e428f7994" providerId="ADAL" clId="{5A92F882-3BBC-4296-AFF9-D21303910927}" dt="2025-02-18T22:39:26.214" v="7" actId="20577"/>
          <ac:spMkLst>
            <pc:docMk/>
            <pc:sldMk cId="1516248984" sldId="289"/>
            <ac:spMk id="24" creationId="{FCCC9583-22E0-DF6A-05E5-5D3097A8A837}"/>
          </ac:spMkLst>
        </pc:spChg>
        <pc:picChg chg="add mod">
          <ac:chgData name="Andrew Wilson" userId="4590cb4e-3a94-4e03-8a18-2b2e428f7994" providerId="ADAL" clId="{5A92F882-3BBC-4296-AFF9-D21303910927}" dt="2025-02-21T19:25:55.555" v="531" actId="1076"/>
          <ac:picMkLst>
            <pc:docMk/>
            <pc:sldMk cId="1516248984" sldId="289"/>
            <ac:picMk id="2" creationId="{EE235776-D761-A184-D5BC-BB487EA0CEF1}"/>
          </ac:picMkLst>
        </pc:picChg>
        <pc:picChg chg="add del mod">
          <ac:chgData name="Andrew Wilson" userId="4590cb4e-3a94-4e03-8a18-2b2e428f7994" providerId="ADAL" clId="{5A92F882-3BBC-4296-AFF9-D21303910927}" dt="2025-02-21T19:28:07.878" v="543" actId="478"/>
          <ac:picMkLst>
            <pc:docMk/>
            <pc:sldMk cId="1516248984" sldId="289"/>
            <ac:picMk id="3" creationId="{09BE3F52-C8C5-259F-9C7A-4CD6E825C5AE}"/>
          </ac:picMkLst>
        </pc:picChg>
        <pc:picChg chg="add mod">
          <ac:chgData name="Andrew Wilson" userId="4590cb4e-3a94-4e03-8a18-2b2e428f7994" providerId="ADAL" clId="{5A92F882-3BBC-4296-AFF9-D21303910927}" dt="2025-02-21T19:26:10.592" v="535" actId="1076"/>
          <ac:picMkLst>
            <pc:docMk/>
            <pc:sldMk cId="1516248984" sldId="289"/>
            <ac:picMk id="4" creationId="{C4741564-C19F-B57E-3054-106EE3CBA08C}"/>
          </ac:picMkLst>
        </pc:picChg>
        <pc:picChg chg="add mod">
          <ac:chgData name="Andrew Wilson" userId="4590cb4e-3a94-4e03-8a18-2b2e428f7994" providerId="ADAL" clId="{5A92F882-3BBC-4296-AFF9-D21303910927}" dt="2025-02-21T19:26:20.086" v="537" actId="1076"/>
          <ac:picMkLst>
            <pc:docMk/>
            <pc:sldMk cId="1516248984" sldId="289"/>
            <ac:picMk id="5" creationId="{055779D3-C95B-912F-FC45-70B45877C84F}"/>
          </ac:picMkLst>
        </pc:picChg>
      </pc:sldChg>
      <pc:sldChg chg="addSp delSp modSp new mod ord setBg">
        <pc:chgData name="Andrew Wilson" userId="4590cb4e-3a94-4e03-8a18-2b2e428f7994" providerId="ADAL" clId="{5A92F882-3BBC-4296-AFF9-D21303910927}" dt="2025-02-21T19:00:48.144" v="278" actId="1036"/>
        <pc:sldMkLst>
          <pc:docMk/>
          <pc:sldMk cId="510346663" sldId="290"/>
        </pc:sldMkLst>
        <pc:picChg chg="add mod modCrop">
          <ac:chgData name="Andrew Wilson" userId="4590cb4e-3a94-4e03-8a18-2b2e428f7994" providerId="ADAL" clId="{5A92F882-3BBC-4296-AFF9-D21303910927}" dt="2025-02-21T19:00:48.144" v="278" actId="1036"/>
          <ac:picMkLst>
            <pc:docMk/>
            <pc:sldMk cId="510346663" sldId="290"/>
            <ac:picMk id="4" creationId="{FD6EB903-C64C-A5FF-9C4B-6CA3B2B2DE17}"/>
          </ac:picMkLst>
        </pc:picChg>
        <pc:picChg chg="add mod modCrop">
          <ac:chgData name="Andrew Wilson" userId="4590cb4e-3a94-4e03-8a18-2b2e428f7994" providerId="ADAL" clId="{5A92F882-3BBC-4296-AFF9-D21303910927}" dt="2025-02-21T19:00:48.144" v="278" actId="1036"/>
          <ac:picMkLst>
            <pc:docMk/>
            <pc:sldMk cId="510346663" sldId="290"/>
            <ac:picMk id="7" creationId="{625B2B1A-E5E2-3DF1-76BE-7D21DCC662FE}"/>
          </ac:picMkLst>
        </pc:picChg>
        <pc:picChg chg="add mod modCrop">
          <ac:chgData name="Andrew Wilson" userId="4590cb4e-3a94-4e03-8a18-2b2e428f7994" providerId="ADAL" clId="{5A92F882-3BBC-4296-AFF9-D21303910927}" dt="2025-02-21T19:00:38.971" v="253" actId="1076"/>
          <ac:picMkLst>
            <pc:docMk/>
            <pc:sldMk cId="510346663" sldId="290"/>
            <ac:picMk id="8" creationId="{90DDAFB1-94BF-093A-9954-ACCA64467D4B}"/>
          </ac:picMkLst>
        </pc:picChg>
      </pc:sldChg>
      <pc:sldChg chg="addSp delSp modSp add mod setBg">
        <pc:chgData name="Andrew Wilson" userId="4590cb4e-3a94-4e03-8a18-2b2e428f7994" providerId="ADAL" clId="{5A92F882-3BBC-4296-AFF9-D21303910927}" dt="2025-02-21T19:24:06.889" v="525" actId="20577"/>
        <pc:sldMkLst>
          <pc:docMk/>
          <pc:sldMk cId="1186067707" sldId="291"/>
        </pc:sldMkLst>
        <pc:spChg chg="add del mod">
          <ac:chgData name="Andrew Wilson" userId="4590cb4e-3a94-4e03-8a18-2b2e428f7994" providerId="ADAL" clId="{5A92F882-3BBC-4296-AFF9-D21303910927}" dt="2025-02-21T19:06:18.555" v="389" actId="478"/>
          <ac:spMkLst>
            <pc:docMk/>
            <pc:sldMk cId="1186067707" sldId="291"/>
            <ac:spMk id="17" creationId="{BF798F9E-7529-540C-C03A-3947286E2118}"/>
          </ac:spMkLst>
        </pc:spChg>
        <pc:spChg chg="add del">
          <ac:chgData name="Andrew Wilson" userId="4590cb4e-3a94-4e03-8a18-2b2e428f7994" providerId="ADAL" clId="{5A92F882-3BBC-4296-AFF9-D21303910927}" dt="2025-02-21T19:08:49.710" v="402" actId="478"/>
          <ac:spMkLst>
            <pc:docMk/>
            <pc:sldMk cId="1186067707" sldId="291"/>
            <ac:spMk id="19" creationId="{C47E3564-ACA8-06EE-1580-B85E75FE6990}"/>
          </ac:spMkLst>
        </pc:spChg>
        <pc:spChg chg="add mod">
          <ac:chgData name="Andrew Wilson" userId="4590cb4e-3a94-4e03-8a18-2b2e428f7994" providerId="ADAL" clId="{5A92F882-3BBC-4296-AFF9-D21303910927}" dt="2025-02-21T19:24:06.889" v="525" actId="20577"/>
          <ac:spMkLst>
            <pc:docMk/>
            <pc:sldMk cId="1186067707" sldId="291"/>
            <ac:spMk id="31" creationId="{76EBA0C5-2A6C-26B4-6B50-01DCCFF41E9C}"/>
          </ac:spMkLst>
        </pc:spChg>
        <pc:grpChg chg="add mod">
          <ac:chgData name="Andrew Wilson" userId="4590cb4e-3a94-4e03-8a18-2b2e428f7994" providerId="ADAL" clId="{5A92F882-3BBC-4296-AFF9-D21303910927}" dt="2025-02-21T19:10:41.354" v="416" actId="1076"/>
          <ac:grpSpMkLst>
            <pc:docMk/>
            <pc:sldMk cId="1186067707" sldId="291"/>
            <ac:grpSpMk id="28" creationId="{A526D880-AEAE-53F5-35BE-66C6511C98B7}"/>
          </ac:grpSpMkLst>
        </pc:grpChg>
        <pc:grpChg chg="add mod">
          <ac:chgData name="Andrew Wilson" userId="4590cb4e-3a94-4e03-8a18-2b2e428f7994" providerId="ADAL" clId="{5A92F882-3BBC-4296-AFF9-D21303910927}" dt="2025-02-21T19:10:35.243" v="415" actId="1076"/>
          <ac:grpSpMkLst>
            <pc:docMk/>
            <pc:sldMk cId="1186067707" sldId="291"/>
            <ac:grpSpMk id="29" creationId="{422CE19A-9871-1026-7905-59BF852F30B0}"/>
          </ac:grpSpMkLst>
        </pc:grpChg>
        <pc:grpChg chg="add mod">
          <ac:chgData name="Andrew Wilson" userId="4590cb4e-3a94-4e03-8a18-2b2e428f7994" providerId="ADAL" clId="{5A92F882-3BBC-4296-AFF9-D21303910927}" dt="2025-02-21T19:10:27.067" v="414" actId="1076"/>
          <ac:grpSpMkLst>
            <pc:docMk/>
            <pc:sldMk cId="1186067707" sldId="291"/>
            <ac:grpSpMk id="30" creationId="{95B5C4B3-B488-E3F5-C288-0F2EF8AA8137}"/>
          </ac:grpSpMkLst>
        </pc:grpChg>
        <pc:picChg chg="add del mod">
          <ac:chgData name="Andrew Wilson" userId="4590cb4e-3a94-4e03-8a18-2b2e428f7994" providerId="ADAL" clId="{5A92F882-3BBC-4296-AFF9-D21303910927}" dt="2025-02-21T19:03:24.177" v="287" actId="478"/>
          <ac:picMkLst>
            <pc:docMk/>
            <pc:sldMk cId="1186067707" sldId="291"/>
            <ac:picMk id="3" creationId="{669F2E7D-4DFC-A540-36FE-3D8B539B91FD}"/>
          </ac:picMkLst>
        </pc:picChg>
        <pc:picChg chg="del">
          <ac:chgData name="Andrew Wilson" userId="4590cb4e-3a94-4e03-8a18-2b2e428f7994" providerId="ADAL" clId="{5A92F882-3BBC-4296-AFF9-D21303910927}" dt="2025-02-21T18:59:26.351" v="140" actId="478"/>
          <ac:picMkLst>
            <pc:docMk/>
            <pc:sldMk cId="1186067707" sldId="291"/>
            <ac:picMk id="4" creationId="{F3684C8C-F307-45F8-BC96-F0B7FE1A985A}"/>
          </ac:picMkLst>
        </pc:picChg>
        <pc:picChg chg="add del">
          <ac:chgData name="Andrew Wilson" userId="4590cb4e-3a94-4e03-8a18-2b2e428f7994" providerId="ADAL" clId="{5A92F882-3BBC-4296-AFF9-D21303910927}" dt="2025-02-21T19:03:19.919" v="284" actId="478"/>
          <ac:picMkLst>
            <pc:docMk/>
            <pc:sldMk cId="1186067707" sldId="291"/>
            <ac:picMk id="6" creationId="{18EE2751-FA04-7AAE-6431-ED87476E51BA}"/>
          </ac:picMkLst>
        </pc:picChg>
        <pc:picChg chg="mod">
          <ac:chgData name="Andrew Wilson" userId="4590cb4e-3a94-4e03-8a18-2b2e428f7994" providerId="ADAL" clId="{5A92F882-3BBC-4296-AFF9-D21303910927}" dt="2025-02-21T18:59:42.571" v="143" actId="1076"/>
          <ac:picMkLst>
            <pc:docMk/>
            <pc:sldMk cId="1186067707" sldId="291"/>
            <ac:picMk id="7" creationId="{C9F9D76F-B6A2-503B-0F22-0DA03CA53408}"/>
          </ac:picMkLst>
        </pc:picChg>
        <pc:picChg chg="mod">
          <ac:chgData name="Andrew Wilson" userId="4590cb4e-3a94-4e03-8a18-2b2e428f7994" providerId="ADAL" clId="{5A92F882-3BBC-4296-AFF9-D21303910927}" dt="2025-02-21T19:00:11.255" v="251" actId="1076"/>
          <ac:picMkLst>
            <pc:docMk/>
            <pc:sldMk cId="1186067707" sldId="291"/>
            <ac:picMk id="8" creationId="{94A9EFFD-7D03-6DB8-E34D-EAE7937CB9F2}"/>
          </ac:picMkLst>
        </pc:picChg>
        <pc:picChg chg="add mod">
          <ac:chgData name="Andrew Wilson" userId="4590cb4e-3a94-4e03-8a18-2b2e428f7994" providerId="ADAL" clId="{5A92F882-3BBC-4296-AFF9-D21303910927}" dt="2025-02-21T19:10:18.269" v="413" actId="164"/>
          <ac:picMkLst>
            <pc:docMk/>
            <pc:sldMk cId="1186067707" sldId="291"/>
            <ac:picMk id="10" creationId="{B77F1309-211C-CA62-5DAC-1566180E0998}"/>
          </ac:picMkLst>
        </pc:picChg>
        <pc:picChg chg="add mod">
          <ac:chgData name="Andrew Wilson" userId="4590cb4e-3a94-4e03-8a18-2b2e428f7994" providerId="ADAL" clId="{5A92F882-3BBC-4296-AFF9-D21303910927}" dt="2025-02-21T19:10:11.062" v="411" actId="164"/>
          <ac:picMkLst>
            <pc:docMk/>
            <pc:sldMk cId="1186067707" sldId="291"/>
            <ac:picMk id="12" creationId="{63790C51-6FDB-2245-2662-BD784C4BE610}"/>
          </ac:picMkLst>
        </pc:picChg>
        <pc:picChg chg="add del mod">
          <ac:chgData name="Andrew Wilson" userId="4590cb4e-3a94-4e03-8a18-2b2e428f7994" providerId="ADAL" clId="{5A92F882-3BBC-4296-AFF9-D21303910927}" dt="2025-02-21T19:04:47.537" v="308" actId="478"/>
          <ac:picMkLst>
            <pc:docMk/>
            <pc:sldMk cId="1186067707" sldId="291"/>
            <ac:picMk id="14" creationId="{1ABBBFBC-0BF9-9E82-E7D1-C0C173590F85}"/>
          </ac:picMkLst>
        </pc:picChg>
        <pc:picChg chg="add mod">
          <ac:chgData name="Andrew Wilson" userId="4590cb4e-3a94-4e03-8a18-2b2e428f7994" providerId="ADAL" clId="{5A92F882-3BBC-4296-AFF9-D21303910927}" dt="2025-02-21T19:10:03.232" v="409" actId="164"/>
          <ac:picMkLst>
            <pc:docMk/>
            <pc:sldMk cId="1186067707" sldId="291"/>
            <ac:picMk id="16" creationId="{7BAF5F91-F6FD-85D2-BC69-06EB7436AD8B}"/>
          </ac:picMkLst>
        </pc:picChg>
        <pc:picChg chg="add del">
          <ac:chgData name="Andrew Wilson" userId="4590cb4e-3a94-4e03-8a18-2b2e428f7994" providerId="ADAL" clId="{5A92F882-3BBC-4296-AFF9-D21303910927}" dt="2025-02-21T19:07:25.728" v="392" actId="22"/>
          <ac:picMkLst>
            <pc:docMk/>
            <pc:sldMk cId="1186067707" sldId="291"/>
            <ac:picMk id="21" creationId="{DB6E11D2-1FE0-46DA-B2EA-A6191B40DE10}"/>
          </ac:picMkLst>
        </pc:picChg>
        <pc:picChg chg="add mod">
          <ac:chgData name="Andrew Wilson" userId="4590cb4e-3a94-4e03-8a18-2b2e428f7994" providerId="ADAL" clId="{5A92F882-3BBC-4296-AFF9-D21303910927}" dt="2025-02-21T19:10:18.269" v="413" actId="164"/>
          <ac:picMkLst>
            <pc:docMk/>
            <pc:sldMk cId="1186067707" sldId="291"/>
            <ac:picMk id="23" creationId="{30ED2549-0ADA-D758-0066-4DD12816939F}"/>
          </ac:picMkLst>
        </pc:picChg>
        <pc:picChg chg="add mod">
          <ac:chgData name="Andrew Wilson" userId="4590cb4e-3a94-4e03-8a18-2b2e428f7994" providerId="ADAL" clId="{5A92F882-3BBC-4296-AFF9-D21303910927}" dt="2025-02-21T19:10:11.062" v="411" actId="164"/>
          <ac:picMkLst>
            <pc:docMk/>
            <pc:sldMk cId="1186067707" sldId="291"/>
            <ac:picMk id="25" creationId="{09D99CDD-E341-BD22-2A27-146CAD137000}"/>
          </ac:picMkLst>
        </pc:picChg>
        <pc:picChg chg="add mod">
          <ac:chgData name="Andrew Wilson" userId="4590cb4e-3a94-4e03-8a18-2b2e428f7994" providerId="ADAL" clId="{5A92F882-3BBC-4296-AFF9-D21303910927}" dt="2025-02-21T19:10:03.232" v="409" actId="164"/>
          <ac:picMkLst>
            <pc:docMk/>
            <pc:sldMk cId="1186067707" sldId="291"/>
            <ac:picMk id="27" creationId="{C7BEEAE3-EB2F-0D52-A497-05C44B5DDB72}"/>
          </ac:picMkLst>
        </pc:picChg>
      </pc:sldChg>
      <pc:sldChg chg="add del setBg">
        <pc:chgData name="Andrew Wilson" userId="4590cb4e-3a94-4e03-8a18-2b2e428f7994" providerId="ADAL" clId="{5A92F882-3BBC-4296-AFF9-D21303910927}" dt="2025-02-21T18:58:57.920" v="136" actId="47"/>
        <pc:sldMkLst>
          <pc:docMk/>
          <pc:sldMk cId="3798025241" sldId="291"/>
        </pc:sldMkLst>
      </pc:sldChg>
      <pc:sldChg chg="addSp delSp modSp add mod delAnim modAnim">
        <pc:chgData name="Andrew Wilson" userId="4590cb4e-3a94-4e03-8a18-2b2e428f7994" providerId="ADAL" clId="{5A92F882-3BBC-4296-AFF9-D21303910927}" dt="2025-02-21T20:10:54.408" v="760"/>
        <pc:sldMkLst>
          <pc:docMk/>
          <pc:sldMk cId="1806593512" sldId="292"/>
        </pc:sldMkLst>
        <pc:spChg chg="add del mod">
          <ac:chgData name="Andrew Wilson" userId="4590cb4e-3a94-4e03-8a18-2b2e428f7994" providerId="ADAL" clId="{5A92F882-3BBC-4296-AFF9-D21303910927}" dt="2025-02-21T19:35:23.014" v="613" actId="21"/>
          <ac:spMkLst>
            <pc:docMk/>
            <pc:sldMk cId="1806593512" sldId="292"/>
            <ac:spMk id="10" creationId="{1F955014-B7A0-A818-4DB5-9E4EDC33D4DD}"/>
          </ac:spMkLst>
        </pc:spChg>
        <pc:picChg chg="del">
          <ac:chgData name="Andrew Wilson" userId="4590cb4e-3a94-4e03-8a18-2b2e428f7994" providerId="ADAL" clId="{5A92F882-3BBC-4296-AFF9-D21303910927}" dt="2025-02-21T19:31:09.111" v="548" actId="478"/>
          <ac:picMkLst>
            <pc:docMk/>
            <pc:sldMk cId="1806593512" sldId="292"/>
            <ac:picMk id="2" creationId="{A5A06CAB-8719-16AE-8E07-E0B43E688C53}"/>
          </ac:picMkLst>
        </pc:picChg>
        <pc:picChg chg="del">
          <ac:chgData name="Andrew Wilson" userId="4590cb4e-3a94-4e03-8a18-2b2e428f7994" providerId="ADAL" clId="{5A92F882-3BBC-4296-AFF9-D21303910927}" dt="2025-02-21T19:31:09.111" v="548" actId="478"/>
          <ac:picMkLst>
            <pc:docMk/>
            <pc:sldMk cId="1806593512" sldId="292"/>
            <ac:picMk id="3" creationId="{33A8A65C-F7B9-CB70-56F9-595C70F216EA}"/>
          </ac:picMkLst>
        </pc:picChg>
        <pc:picChg chg="del">
          <ac:chgData name="Andrew Wilson" userId="4590cb4e-3a94-4e03-8a18-2b2e428f7994" providerId="ADAL" clId="{5A92F882-3BBC-4296-AFF9-D21303910927}" dt="2025-02-21T19:31:09.111" v="548" actId="478"/>
          <ac:picMkLst>
            <pc:docMk/>
            <pc:sldMk cId="1806593512" sldId="292"/>
            <ac:picMk id="4" creationId="{FA290FC9-0805-317B-87BA-ADE4E4511D01}"/>
          </ac:picMkLst>
        </pc:picChg>
        <pc:picChg chg="del">
          <ac:chgData name="Andrew Wilson" userId="4590cb4e-3a94-4e03-8a18-2b2e428f7994" providerId="ADAL" clId="{5A92F882-3BBC-4296-AFF9-D21303910927}" dt="2025-02-21T19:31:09.111" v="548" actId="478"/>
          <ac:picMkLst>
            <pc:docMk/>
            <pc:sldMk cId="1806593512" sldId="292"/>
            <ac:picMk id="5" creationId="{DA6A0E7D-6F24-898F-4612-1D4781649123}"/>
          </ac:picMkLst>
        </pc:picChg>
        <pc:picChg chg="add del">
          <ac:chgData name="Andrew Wilson" userId="4590cb4e-3a94-4e03-8a18-2b2e428f7994" providerId="ADAL" clId="{5A92F882-3BBC-4296-AFF9-D21303910927}" dt="2025-02-21T19:31:47.730" v="550" actId="478"/>
          <ac:picMkLst>
            <pc:docMk/>
            <pc:sldMk cId="1806593512" sldId="292"/>
            <ac:picMk id="7" creationId="{8AFB99B0-E4A7-156D-924E-9CCED078C446}"/>
          </ac:picMkLst>
        </pc:picChg>
        <pc:picChg chg="add mod">
          <ac:chgData name="Andrew Wilson" userId="4590cb4e-3a94-4e03-8a18-2b2e428f7994" providerId="ADAL" clId="{5A92F882-3BBC-4296-AFF9-D21303910927}" dt="2025-02-21T19:35:24.905" v="614" actId="1076"/>
          <ac:picMkLst>
            <pc:docMk/>
            <pc:sldMk cId="1806593512" sldId="292"/>
            <ac:picMk id="9" creationId="{E850D9DD-E2E4-67A7-81CA-72580C8518AC}"/>
          </ac:picMkLst>
        </pc:picChg>
      </pc:sldChg>
      <pc:sldChg chg="addSp delSp modSp add mod modNotesTx">
        <pc:chgData name="Andrew Wilson" userId="4590cb4e-3a94-4e03-8a18-2b2e428f7994" providerId="ADAL" clId="{5A92F882-3BBC-4296-AFF9-D21303910927}" dt="2025-02-21T19:45:03.705" v="685" actId="1076"/>
        <pc:sldMkLst>
          <pc:docMk/>
          <pc:sldMk cId="1151499754" sldId="293"/>
        </pc:sldMkLst>
        <pc:spChg chg="add mod">
          <ac:chgData name="Andrew Wilson" userId="4590cb4e-3a94-4e03-8a18-2b2e428f7994" providerId="ADAL" clId="{5A92F882-3BBC-4296-AFF9-D21303910927}" dt="2025-02-21T19:45:03.705" v="685" actId="1076"/>
          <ac:spMkLst>
            <pc:docMk/>
            <pc:sldMk cId="1151499754" sldId="293"/>
            <ac:spMk id="10" creationId="{1F955014-B7A0-A818-4DB5-9E4EDC33D4DD}"/>
          </ac:spMkLst>
        </pc:spChg>
        <pc:picChg chg="del">
          <ac:chgData name="Andrew Wilson" userId="4590cb4e-3a94-4e03-8a18-2b2e428f7994" providerId="ADAL" clId="{5A92F882-3BBC-4296-AFF9-D21303910927}" dt="2025-02-21T19:35:29.810" v="616" actId="478"/>
          <ac:picMkLst>
            <pc:docMk/>
            <pc:sldMk cId="1151499754" sldId="293"/>
            <ac:picMk id="9" creationId="{F078D1C9-EA0B-D34F-AE09-BD0CB9DC906E}"/>
          </ac:picMkLst>
        </pc:picChg>
      </pc:sldChg>
      <pc:sldChg chg="addSp delSp modSp add mod modNotesTx">
        <pc:chgData name="Andrew Wilson" userId="4590cb4e-3a94-4e03-8a18-2b2e428f7994" providerId="ADAL" clId="{5A92F882-3BBC-4296-AFF9-D21303910927}" dt="2025-02-21T19:42:09.853" v="684" actId="1076"/>
        <pc:sldMkLst>
          <pc:docMk/>
          <pc:sldMk cId="3298100171" sldId="294"/>
        </pc:sldMkLst>
        <pc:spChg chg="del">
          <ac:chgData name="Andrew Wilson" userId="4590cb4e-3a94-4e03-8a18-2b2e428f7994" providerId="ADAL" clId="{5A92F882-3BBC-4296-AFF9-D21303910927}" dt="2025-02-21T19:41:23.222" v="681" actId="478"/>
          <ac:spMkLst>
            <pc:docMk/>
            <pc:sldMk cId="3298100171" sldId="294"/>
            <ac:spMk id="10" creationId="{2BF40A3B-7942-2D0D-8EFD-25CA44AFEF8A}"/>
          </ac:spMkLst>
        </pc:spChg>
        <pc:picChg chg="add mod">
          <ac:chgData name="Andrew Wilson" userId="4590cb4e-3a94-4e03-8a18-2b2e428f7994" providerId="ADAL" clId="{5A92F882-3BBC-4296-AFF9-D21303910927}" dt="2025-02-21T19:42:09.853" v="684" actId="1076"/>
          <ac:picMkLst>
            <pc:docMk/>
            <pc:sldMk cId="3298100171" sldId="294"/>
            <ac:picMk id="3" creationId="{D3C04B5E-17F1-BE02-7EDE-36A44B4CC8C8}"/>
          </ac:picMkLst>
        </pc:picChg>
      </pc:sldChg>
      <pc:sldChg chg="addSp delSp modSp add del mod ord setBg">
        <pc:chgData name="Andrew Wilson" userId="4590cb4e-3a94-4e03-8a18-2b2e428f7994" providerId="ADAL" clId="{5A92F882-3BBC-4296-AFF9-D21303910927}" dt="2025-02-21T19:50:05.151" v="705" actId="47"/>
        <pc:sldMkLst>
          <pc:docMk/>
          <pc:sldMk cId="397187127" sldId="295"/>
        </pc:sldMkLst>
        <pc:picChg chg="add mod">
          <ac:chgData name="Andrew Wilson" userId="4590cb4e-3a94-4e03-8a18-2b2e428f7994" providerId="ADAL" clId="{5A92F882-3BBC-4296-AFF9-D21303910927}" dt="2025-02-21T19:49:54.275" v="704"/>
          <ac:picMkLst>
            <pc:docMk/>
            <pc:sldMk cId="397187127" sldId="295"/>
            <ac:picMk id="2" creationId="{B0E8DD6B-578C-8648-EA6F-528E6F06FC0F}"/>
          </ac:picMkLst>
        </pc:picChg>
        <pc:picChg chg="add del">
          <ac:chgData name="Andrew Wilson" userId="4590cb4e-3a94-4e03-8a18-2b2e428f7994" providerId="ADAL" clId="{5A92F882-3BBC-4296-AFF9-D21303910927}" dt="2025-02-21T19:49:13.725" v="696" actId="478"/>
          <ac:picMkLst>
            <pc:docMk/>
            <pc:sldMk cId="397187127" sldId="295"/>
            <ac:picMk id="4" creationId="{C711E990-836D-3350-010C-945CAFFEA2F4}"/>
          </ac:picMkLst>
        </pc:picChg>
        <pc:picChg chg="add del">
          <ac:chgData name="Andrew Wilson" userId="4590cb4e-3a94-4e03-8a18-2b2e428f7994" providerId="ADAL" clId="{5A92F882-3BBC-4296-AFF9-D21303910927}" dt="2025-02-21T19:49:13.927" v="697" actId="478"/>
          <ac:picMkLst>
            <pc:docMk/>
            <pc:sldMk cId="397187127" sldId="295"/>
            <ac:picMk id="7" creationId="{3A219668-804B-8D4F-34B6-B59A35B51837}"/>
          </ac:picMkLst>
        </pc:picChg>
        <pc:picChg chg="add del mod">
          <ac:chgData name="Andrew Wilson" userId="4590cb4e-3a94-4e03-8a18-2b2e428f7994" providerId="ADAL" clId="{5A92F882-3BBC-4296-AFF9-D21303910927}" dt="2025-02-21T19:49:45.270" v="703" actId="478"/>
          <ac:picMkLst>
            <pc:docMk/>
            <pc:sldMk cId="397187127" sldId="295"/>
            <ac:picMk id="8" creationId="{E558B7E9-5A21-BAD7-9C74-863DE1D71199}"/>
          </ac:picMkLst>
        </pc:picChg>
      </pc:sldChg>
      <pc:sldChg chg="add modTransition setBg">
        <pc:chgData name="Andrew Wilson" userId="4590cb4e-3a94-4e03-8a18-2b2e428f7994" providerId="ADAL" clId="{5A92F882-3BBC-4296-AFF9-D21303910927}" dt="2025-02-21T20:11:18.651" v="761"/>
        <pc:sldMkLst>
          <pc:docMk/>
          <pc:sldMk cId="1196345705" sldId="295"/>
        </pc:sldMkLst>
      </pc:sldChg>
      <pc:sldChg chg="delSp add del mod">
        <pc:chgData name="Andrew Wilson" userId="4590cb4e-3a94-4e03-8a18-2b2e428f7994" providerId="ADAL" clId="{5A92F882-3BBC-4296-AFF9-D21303910927}" dt="2025-02-21T20:15:15.446" v="766" actId="47"/>
        <pc:sldMkLst>
          <pc:docMk/>
          <pc:sldMk cId="4110405125" sldId="296"/>
        </pc:sldMkLst>
        <pc:picChg chg="del">
          <ac:chgData name="Andrew Wilson" userId="4590cb4e-3a94-4e03-8a18-2b2e428f7994" providerId="ADAL" clId="{5A92F882-3BBC-4296-AFF9-D21303910927}" dt="2025-02-21T20:14:55.662" v="763" actId="478"/>
          <ac:picMkLst>
            <pc:docMk/>
            <pc:sldMk cId="4110405125" sldId="296"/>
            <ac:picMk id="3" creationId="{EA18A6C4-BBCD-A282-8DA2-8D5B91462845}"/>
          </ac:picMkLst>
        </pc:picChg>
      </pc:sldChg>
      <pc:sldChg chg="addSp modSp new mod modAnim modNotesTx">
        <pc:chgData name="Andrew Wilson" userId="4590cb4e-3a94-4e03-8a18-2b2e428f7994" providerId="ADAL" clId="{5A92F882-3BBC-4296-AFF9-D21303910927}" dt="2025-02-21T20:25:31.109" v="956" actId="20577"/>
        <pc:sldMkLst>
          <pc:docMk/>
          <pc:sldMk cId="875646583" sldId="297"/>
        </pc:sldMkLst>
        <pc:spChg chg="mod">
          <ac:chgData name="Andrew Wilson" userId="4590cb4e-3a94-4e03-8a18-2b2e428f7994" providerId="ADAL" clId="{5A92F882-3BBC-4296-AFF9-D21303910927}" dt="2025-02-21T20:15:48.233" v="793" actId="2711"/>
          <ac:spMkLst>
            <pc:docMk/>
            <pc:sldMk cId="875646583" sldId="297"/>
            <ac:spMk id="2" creationId="{851B805C-C044-D10F-DADD-4EBD5A65E6F8}"/>
          </ac:spMkLst>
        </pc:spChg>
        <pc:spChg chg="mod">
          <ac:chgData name="Andrew Wilson" userId="4590cb4e-3a94-4e03-8a18-2b2e428f7994" providerId="ADAL" clId="{5A92F882-3BBC-4296-AFF9-D21303910927}" dt="2025-02-21T20:25:31.109" v="956" actId="20577"/>
          <ac:spMkLst>
            <pc:docMk/>
            <pc:sldMk cId="875646583" sldId="297"/>
            <ac:spMk id="3" creationId="{C5CA1E8E-7E8C-ECB9-3D6B-402E376718D4}"/>
          </ac:spMkLst>
        </pc:spChg>
        <pc:spChg chg="add mod">
          <ac:chgData name="Andrew Wilson" userId="4590cb4e-3a94-4e03-8a18-2b2e428f7994" providerId="ADAL" clId="{5A92F882-3BBC-4296-AFF9-D21303910927}" dt="2025-02-21T20:15:12.619" v="765"/>
          <ac:spMkLst>
            <pc:docMk/>
            <pc:sldMk cId="875646583" sldId="297"/>
            <ac:spMk id="4" creationId="{04F56401-9F68-D4FC-DD04-DD3D96FB9357}"/>
          </ac:spMkLst>
        </pc:spChg>
        <pc:spChg chg="add mod">
          <ac:chgData name="Andrew Wilson" userId="4590cb4e-3a94-4e03-8a18-2b2e428f7994" providerId="ADAL" clId="{5A92F882-3BBC-4296-AFF9-D21303910927}" dt="2025-02-21T20:15:12.619" v="765"/>
          <ac:spMkLst>
            <pc:docMk/>
            <pc:sldMk cId="875646583" sldId="297"/>
            <ac:spMk id="5" creationId="{B5902447-0379-8FDB-DDFF-51B8EF266A85}"/>
          </ac:spMkLst>
        </pc:spChg>
      </pc:sldChg>
      <pc:sldChg chg="addSp delSp modSp add mod ord modAnim">
        <pc:chgData name="Andrew Wilson" userId="4590cb4e-3a94-4e03-8a18-2b2e428f7994" providerId="ADAL" clId="{5A92F882-3BBC-4296-AFF9-D21303910927}" dt="2025-02-21T20:23:59.595" v="940" actId="1076"/>
        <pc:sldMkLst>
          <pc:docMk/>
          <pc:sldMk cId="251204557" sldId="298"/>
        </pc:sldMkLst>
        <pc:picChg chg="add mod">
          <ac:chgData name="Andrew Wilson" userId="4590cb4e-3a94-4e03-8a18-2b2e428f7994" providerId="ADAL" clId="{5A92F882-3BBC-4296-AFF9-D21303910927}" dt="2025-02-21T20:23:59.595" v="940" actId="1076"/>
          <ac:picMkLst>
            <pc:docMk/>
            <pc:sldMk cId="251204557" sldId="298"/>
            <ac:picMk id="2" creationId="{AF3AFE25-BE5C-3DD6-4181-C6D55968FCA0}"/>
          </ac:picMkLst>
        </pc:picChg>
        <pc:picChg chg="del">
          <ac:chgData name="Andrew Wilson" userId="4590cb4e-3a94-4e03-8a18-2b2e428f7994" providerId="ADAL" clId="{5A92F882-3BBC-4296-AFF9-D21303910927}" dt="2025-02-21T20:23:30.069" v="937" actId="478"/>
          <ac:picMkLst>
            <pc:docMk/>
            <pc:sldMk cId="251204557" sldId="298"/>
            <ac:picMk id="3" creationId="{928F18BE-D326-BB5E-07CB-AF6D5712F0F0}"/>
          </ac:picMkLst>
        </pc:picChg>
      </pc:sldChg>
      <pc:sldChg chg="addSp delSp modSp add mod delAnim">
        <pc:chgData name="Andrew Wilson" userId="4590cb4e-3a94-4e03-8a18-2b2e428f7994" providerId="ADAL" clId="{5A92F882-3BBC-4296-AFF9-D21303910927}" dt="2025-02-21T20:25:09.578" v="948" actId="1076"/>
        <pc:sldMkLst>
          <pc:docMk/>
          <pc:sldMk cId="377633475" sldId="299"/>
        </pc:sldMkLst>
        <pc:spChg chg="add mod">
          <ac:chgData name="Andrew Wilson" userId="4590cb4e-3a94-4e03-8a18-2b2e428f7994" providerId="ADAL" clId="{5A92F882-3BBC-4296-AFF9-D21303910927}" dt="2025-02-21T20:25:09.578" v="948" actId="1076"/>
          <ac:spMkLst>
            <pc:docMk/>
            <pc:sldMk cId="377633475" sldId="299"/>
            <ac:spMk id="5" creationId="{0A1C82E2-F71A-22A5-37B1-634A140D1A38}"/>
          </ac:spMkLst>
        </pc:spChg>
        <pc:spChg chg="add mod">
          <ac:chgData name="Andrew Wilson" userId="4590cb4e-3a94-4e03-8a18-2b2e428f7994" providerId="ADAL" clId="{5A92F882-3BBC-4296-AFF9-D21303910927}" dt="2025-02-21T20:25:09.578" v="948" actId="1076"/>
          <ac:spMkLst>
            <pc:docMk/>
            <pc:sldMk cId="377633475" sldId="299"/>
            <ac:spMk id="6" creationId="{8501E236-3122-895B-ADDB-09C8EF5B3B61}"/>
          </ac:spMkLst>
        </pc:spChg>
        <pc:spChg chg="mod">
          <ac:chgData name="Andrew Wilson" userId="4590cb4e-3a94-4e03-8a18-2b2e428f7994" providerId="ADAL" clId="{5A92F882-3BBC-4296-AFF9-D21303910927}" dt="2025-02-21T20:25:02.290" v="947" actId="1076"/>
          <ac:spMkLst>
            <pc:docMk/>
            <pc:sldMk cId="377633475" sldId="299"/>
            <ac:spMk id="17" creationId="{BC3795BF-F587-3F38-CBCC-D0221146C58F}"/>
          </ac:spMkLst>
        </pc:spChg>
        <pc:picChg chg="del">
          <ac:chgData name="Andrew Wilson" userId="4590cb4e-3a94-4e03-8a18-2b2e428f7994" providerId="ADAL" clId="{5A92F882-3BBC-4296-AFF9-D21303910927}" dt="2025-02-21T20:24:43.476" v="942" actId="478"/>
          <ac:picMkLst>
            <pc:docMk/>
            <pc:sldMk cId="377633475" sldId="299"/>
            <ac:picMk id="2" creationId="{5BA911BB-E0FB-66E3-547A-B62A570B385E}"/>
          </ac:picMkLst>
        </pc:picChg>
        <pc:picChg chg="add del mod">
          <ac:chgData name="Andrew Wilson" userId="4590cb4e-3a94-4e03-8a18-2b2e428f7994" providerId="ADAL" clId="{5A92F882-3BBC-4296-AFF9-D21303910927}" dt="2025-02-21T20:24:53.611" v="944" actId="478"/>
          <ac:picMkLst>
            <pc:docMk/>
            <pc:sldMk cId="377633475" sldId="299"/>
            <ac:picMk id="3" creationId="{31955F66-B719-44E7-BB30-03F69A65E0E6}"/>
          </ac:picMkLst>
        </pc:picChg>
        <pc:picChg chg="add mod">
          <ac:chgData name="Andrew Wilson" userId="4590cb4e-3a94-4e03-8a18-2b2e428f7994" providerId="ADAL" clId="{5A92F882-3BBC-4296-AFF9-D21303910927}" dt="2025-02-21T20:25:09.578" v="948" actId="1076"/>
          <ac:picMkLst>
            <pc:docMk/>
            <pc:sldMk cId="377633475" sldId="299"/>
            <ac:picMk id="4" creationId="{B857C9A5-E6C7-AFB9-353F-A6EDAFC4C757}"/>
          </ac:picMkLst>
        </pc:picChg>
      </pc:sldChg>
      <pc:sldChg chg="addSp delSp modSp add mod modAnim modNotesTx">
        <pc:chgData name="Andrew Wilson" userId="4590cb4e-3a94-4e03-8a18-2b2e428f7994" providerId="ADAL" clId="{5A92F882-3BBC-4296-AFF9-D21303910927}" dt="2025-02-21T20:30:30.030" v="980" actId="113"/>
        <pc:sldMkLst>
          <pc:docMk/>
          <pc:sldMk cId="1599504458" sldId="300"/>
        </pc:sldMkLst>
        <pc:picChg chg="add mod">
          <ac:chgData name="Andrew Wilson" userId="4590cb4e-3a94-4e03-8a18-2b2e428f7994" providerId="ADAL" clId="{5A92F882-3BBC-4296-AFF9-D21303910927}" dt="2025-02-21T20:26:21.892" v="959"/>
          <ac:picMkLst>
            <pc:docMk/>
            <pc:sldMk cId="1599504458" sldId="300"/>
            <ac:picMk id="2" creationId="{76498017-08CF-4064-7945-233C7AF4643A}"/>
          </ac:picMkLst>
        </pc:picChg>
        <pc:picChg chg="add mod">
          <ac:chgData name="Andrew Wilson" userId="4590cb4e-3a94-4e03-8a18-2b2e428f7994" providerId="ADAL" clId="{5A92F882-3BBC-4296-AFF9-D21303910927}" dt="2025-02-21T20:26:21.892" v="959"/>
          <ac:picMkLst>
            <pc:docMk/>
            <pc:sldMk cId="1599504458" sldId="300"/>
            <ac:picMk id="3" creationId="{21281D40-1A84-6DBA-0F85-F669F0A286A2}"/>
          </ac:picMkLst>
        </pc:picChg>
        <pc:picChg chg="del">
          <ac:chgData name="Andrew Wilson" userId="4590cb4e-3a94-4e03-8a18-2b2e428f7994" providerId="ADAL" clId="{5A92F882-3BBC-4296-AFF9-D21303910927}" dt="2025-02-21T20:26:21.688" v="958" actId="478"/>
          <ac:picMkLst>
            <pc:docMk/>
            <pc:sldMk cId="1599504458" sldId="300"/>
            <ac:picMk id="4" creationId="{325AB84A-E054-2A63-3B3C-F8D48E2A8C59}"/>
          </ac:picMkLst>
        </pc:picChg>
        <pc:picChg chg="add mod">
          <ac:chgData name="Andrew Wilson" userId="4590cb4e-3a94-4e03-8a18-2b2e428f7994" providerId="ADAL" clId="{5A92F882-3BBC-4296-AFF9-D21303910927}" dt="2025-02-21T20:26:21.892" v="959"/>
          <ac:picMkLst>
            <pc:docMk/>
            <pc:sldMk cId="1599504458" sldId="300"/>
            <ac:picMk id="8" creationId="{7C72A4D1-0D04-4645-89DF-73915E88D898}"/>
          </ac:picMkLst>
        </pc:picChg>
        <pc:picChg chg="add mod">
          <ac:chgData name="Andrew Wilson" userId="4590cb4e-3a94-4e03-8a18-2b2e428f7994" providerId="ADAL" clId="{5A92F882-3BBC-4296-AFF9-D21303910927}" dt="2025-02-21T20:26:21.892" v="959"/>
          <ac:picMkLst>
            <pc:docMk/>
            <pc:sldMk cId="1599504458" sldId="300"/>
            <ac:picMk id="9" creationId="{EDC793D9-37FB-CFBA-6E0D-32D312EFE483}"/>
          </ac:picMkLst>
        </pc:picChg>
        <pc:picChg chg="add mod">
          <ac:chgData name="Andrew Wilson" userId="4590cb4e-3a94-4e03-8a18-2b2e428f7994" providerId="ADAL" clId="{5A92F882-3BBC-4296-AFF9-D21303910927}" dt="2025-02-21T20:26:21.892" v="959"/>
          <ac:picMkLst>
            <pc:docMk/>
            <pc:sldMk cId="1599504458" sldId="300"/>
            <ac:picMk id="11" creationId="{EFF245F8-8A2C-9E59-A261-6E1D7B10FC57}"/>
          </ac:picMkLst>
        </pc:picChg>
        <pc:picChg chg="add mod">
          <ac:chgData name="Andrew Wilson" userId="4590cb4e-3a94-4e03-8a18-2b2e428f7994" providerId="ADAL" clId="{5A92F882-3BBC-4296-AFF9-D21303910927}" dt="2025-02-21T20:26:21.892" v="959"/>
          <ac:picMkLst>
            <pc:docMk/>
            <pc:sldMk cId="1599504458" sldId="300"/>
            <ac:picMk id="12" creationId="{F13568C0-6469-9BD1-8956-5B56F21F4B3F}"/>
          </ac:picMkLst>
        </pc:picChg>
        <pc:picChg chg="add mod">
          <ac:chgData name="Andrew Wilson" userId="4590cb4e-3a94-4e03-8a18-2b2e428f7994" providerId="ADAL" clId="{5A92F882-3BBC-4296-AFF9-D21303910927}" dt="2025-02-21T20:26:21.892" v="959"/>
          <ac:picMkLst>
            <pc:docMk/>
            <pc:sldMk cId="1599504458" sldId="300"/>
            <ac:picMk id="13" creationId="{D58CE6F6-A04F-D9F6-9B58-33A35E501385}"/>
          </ac:picMkLst>
        </pc:picChg>
        <pc:picChg chg="add mod">
          <ac:chgData name="Andrew Wilson" userId="4590cb4e-3a94-4e03-8a18-2b2e428f7994" providerId="ADAL" clId="{5A92F882-3BBC-4296-AFF9-D21303910927}" dt="2025-02-21T20:26:21.892" v="959"/>
          <ac:picMkLst>
            <pc:docMk/>
            <pc:sldMk cId="1599504458" sldId="300"/>
            <ac:picMk id="15" creationId="{B3779D03-4BE7-A2E9-F66F-755DB78CD5D9}"/>
          </ac:picMkLst>
        </pc:picChg>
        <pc:picChg chg="add mod">
          <ac:chgData name="Andrew Wilson" userId="4590cb4e-3a94-4e03-8a18-2b2e428f7994" providerId="ADAL" clId="{5A92F882-3BBC-4296-AFF9-D21303910927}" dt="2025-02-21T20:26:21.892" v="959"/>
          <ac:picMkLst>
            <pc:docMk/>
            <pc:sldMk cId="1599504458" sldId="300"/>
            <ac:picMk id="16" creationId="{7A8096B3-A2F4-032E-6377-9E08F76746A1}"/>
          </ac:picMkLst>
        </pc:picChg>
        <pc:picChg chg="add mod">
          <ac:chgData name="Andrew Wilson" userId="4590cb4e-3a94-4e03-8a18-2b2e428f7994" providerId="ADAL" clId="{5A92F882-3BBC-4296-AFF9-D21303910927}" dt="2025-02-21T20:26:21.892" v="959"/>
          <ac:picMkLst>
            <pc:docMk/>
            <pc:sldMk cId="1599504458" sldId="300"/>
            <ac:picMk id="18" creationId="{3140A0E0-9701-5F50-9590-E3D1660EC4B5}"/>
          </ac:picMkLst>
        </pc:picChg>
      </pc:sldChg>
      <pc:sldChg chg="addSp delSp modSp add mod delAnim modNotesTx">
        <pc:chgData name="Andrew Wilson" userId="4590cb4e-3a94-4e03-8a18-2b2e428f7994" providerId="ADAL" clId="{5A92F882-3BBC-4296-AFF9-D21303910927}" dt="2025-02-21T20:42:37.114" v="992" actId="22"/>
        <pc:sldMkLst>
          <pc:docMk/>
          <pc:sldMk cId="3406233471" sldId="301"/>
        </pc:sldMkLst>
        <pc:spChg chg="del">
          <ac:chgData name="Andrew Wilson" userId="4590cb4e-3a94-4e03-8a18-2b2e428f7994" providerId="ADAL" clId="{5A92F882-3BBC-4296-AFF9-D21303910927}" dt="2025-02-21T20:31:09.415" v="982" actId="478"/>
          <ac:spMkLst>
            <pc:docMk/>
            <pc:sldMk cId="3406233471" sldId="301"/>
            <ac:spMk id="6" creationId="{B501C91B-BFF2-E419-ECD8-59C9092AF078}"/>
          </ac:spMkLst>
        </pc:spChg>
        <pc:picChg chg="del">
          <ac:chgData name="Andrew Wilson" userId="4590cb4e-3a94-4e03-8a18-2b2e428f7994" providerId="ADAL" clId="{5A92F882-3BBC-4296-AFF9-D21303910927}" dt="2025-02-21T20:31:09.415" v="982" actId="478"/>
          <ac:picMkLst>
            <pc:docMk/>
            <pc:sldMk cId="3406233471" sldId="301"/>
            <ac:picMk id="2" creationId="{3A50CBEC-46A2-1B0A-E26D-20B23B06D7FA}"/>
          </ac:picMkLst>
        </pc:picChg>
        <pc:picChg chg="add del mod">
          <ac:chgData name="Andrew Wilson" userId="4590cb4e-3a94-4e03-8a18-2b2e428f7994" providerId="ADAL" clId="{5A92F882-3BBC-4296-AFF9-D21303910927}" dt="2025-02-21T20:34:49.844" v="989" actId="478"/>
          <ac:picMkLst>
            <pc:docMk/>
            <pc:sldMk cId="3406233471" sldId="301"/>
            <ac:picMk id="4" creationId="{B85CC40F-9E4B-AFB0-CA1C-E5F4F6C6151D}"/>
          </ac:picMkLst>
        </pc:picChg>
        <pc:picChg chg="del">
          <ac:chgData name="Andrew Wilson" userId="4590cb4e-3a94-4e03-8a18-2b2e428f7994" providerId="ADAL" clId="{5A92F882-3BBC-4296-AFF9-D21303910927}" dt="2025-02-21T20:31:09.415" v="982" actId="478"/>
          <ac:picMkLst>
            <pc:docMk/>
            <pc:sldMk cId="3406233471" sldId="301"/>
            <ac:picMk id="9" creationId="{9B2942C7-FB96-E192-45A2-09014A86183E}"/>
          </ac:picMkLst>
        </pc:picChg>
        <pc:picChg chg="del">
          <ac:chgData name="Andrew Wilson" userId="4590cb4e-3a94-4e03-8a18-2b2e428f7994" providerId="ADAL" clId="{5A92F882-3BBC-4296-AFF9-D21303910927}" dt="2025-02-21T20:31:09.415" v="982" actId="478"/>
          <ac:picMkLst>
            <pc:docMk/>
            <pc:sldMk cId="3406233471" sldId="301"/>
            <ac:picMk id="10" creationId="{2C441CEC-A26F-4B55-FCA9-5F14491EE872}"/>
          </ac:picMkLst>
        </pc:picChg>
        <pc:picChg chg="del">
          <ac:chgData name="Andrew Wilson" userId="4590cb4e-3a94-4e03-8a18-2b2e428f7994" providerId="ADAL" clId="{5A92F882-3BBC-4296-AFF9-D21303910927}" dt="2025-02-21T20:31:09.415" v="982" actId="478"/>
          <ac:picMkLst>
            <pc:docMk/>
            <pc:sldMk cId="3406233471" sldId="301"/>
            <ac:picMk id="12" creationId="{9A2E3073-4E9D-6F9A-6402-917D888FE982}"/>
          </ac:picMkLst>
        </pc:picChg>
        <pc:picChg chg="del">
          <ac:chgData name="Andrew Wilson" userId="4590cb4e-3a94-4e03-8a18-2b2e428f7994" providerId="ADAL" clId="{5A92F882-3BBC-4296-AFF9-D21303910927}" dt="2025-02-21T20:31:09.415" v="982" actId="478"/>
          <ac:picMkLst>
            <pc:docMk/>
            <pc:sldMk cId="3406233471" sldId="301"/>
            <ac:picMk id="13" creationId="{0679241B-C358-65D1-3440-B4DD86834C13}"/>
          </ac:picMkLst>
        </pc:picChg>
        <pc:picChg chg="del">
          <ac:chgData name="Andrew Wilson" userId="4590cb4e-3a94-4e03-8a18-2b2e428f7994" providerId="ADAL" clId="{5A92F882-3BBC-4296-AFF9-D21303910927}" dt="2025-02-21T20:31:09.415" v="982" actId="478"/>
          <ac:picMkLst>
            <pc:docMk/>
            <pc:sldMk cId="3406233471" sldId="301"/>
            <ac:picMk id="15" creationId="{CBA70D57-E854-9C1F-FC00-B3D24ECAE5F0}"/>
          </ac:picMkLst>
        </pc:picChg>
        <pc:picChg chg="del">
          <ac:chgData name="Andrew Wilson" userId="4590cb4e-3a94-4e03-8a18-2b2e428f7994" providerId="ADAL" clId="{5A92F882-3BBC-4296-AFF9-D21303910927}" dt="2025-02-21T20:31:09.415" v="982" actId="478"/>
          <ac:picMkLst>
            <pc:docMk/>
            <pc:sldMk cId="3406233471" sldId="301"/>
            <ac:picMk id="16" creationId="{BD7A0A17-24C5-4351-5231-3450274FD6F7}"/>
          </ac:picMkLst>
        </pc:picChg>
        <pc:picChg chg="del">
          <ac:chgData name="Andrew Wilson" userId="4590cb4e-3a94-4e03-8a18-2b2e428f7994" providerId="ADAL" clId="{5A92F882-3BBC-4296-AFF9-D21303910927}" dt="2025-02-21T20:31:09.415" v="982" actId="478"/>
          <ac:picMkLst>
            <pc:docMk/>
            <pc:sldMk cId="3406233471" sldId="301"/>
            <ac:picMk id="18" creationId="{6800DBE4-C3AE-B3C2-4020-728FC5536843}"/>
          </ac:picMkLst>
        </pc:picChg>
        <pc:picChg chg="del">
          <ac:chgData name="Andrew Wilson" userId="4590cb4e-3a94-4e03-8a18-2b2e428f7994" providerId="ADAL" clId="{5A92F882-3BBC-4296-AFF9-D21303910927}" dt="2025-02-21T20:31:09.415" v="982" actId="478"/>
          <ac:picMkLst>
            <pc:docMk/>
            <pc:sldMk cId="3406233471" sldId="301"/>
            <ac:picMk id="19" creationId="{5C50645D-7BFF-0DC9-BE8E-1E2B71BE14FD}"/>
          </ac:picMkLst>
        </pc:picChg>
        <pc:picChg chg="add del mod">
          <ac:chgData name="Andrew Wilson" userId="4590cb4e-3a94-4e03-8a18-2b2e428f7994" providerId="ADAL" clId="{5A92F882-3BBC-4296-AFF9-D21303910927}" dt="2025-02-21T20:42:36.675" v="991" actId="478"/>
          <ac:picMkLst>
            <pc:docMk/>
            <pc:sldMk cId="3406233471" sldId="301"/>
            <ac:picMk id="20" creationId="{A833DC25-BE86-DCFF-116C-A4F7D00CE107}"/>
          </ac:picMkLst>
        </pc:picChg>
        <pc:picChg chg="add">
          <ac:chgData name="Andrew Wilson" userId="4590cb4e-3a94-4e03-8a18-2b2e428f7994" providerId="ADAL" clId="{5A92F882-3BBC-4296-AFF9-D21303910927}" dt="2025-02-21T20:42:37.114" v="992" actId="22"/>
          <ac:picMkLst>
            <pc:docMk/>
            <pc:sldMk cId="3406233471" sldId="301"/>
            <ac:picMk id="22" creationId="{DE4F1230-AB40-DBC4-94BA-21ADAD371D2A}"/>
          </ac:picMkLst>
        </pc:picChg>
      </pc:sldChg>
      <pc:sldChg chg="addSp delSp modSp add mod modAnim">
        <pc:chgData name="Andrew Wilson" userId="4590cb4e-3a94-4e03-8a18-2b2e428f7994" providerId="ADAL" clId="{5A92F882-3BBC-4296-AFF9-D21303910927}" dt="2025-02-21T20:34:05.078" v="988"/>
        <pc:sldMkLst>
          <pc:docMk/>
          <pc:sldMk cId="3709119365" sldId="302"/>
        </pc:sldMkLst>
        <pc:picChg chg="add mod">
          <ac:chgData name="Andrew Wilson" userId="4590cb4e-3a94-4e03-8a18-2b2e428f7994" providerId="ADAL" clId="{5A92F882-3BBC-4296-AFF9-D21303910927}" dt="2025-02-21T20:34:05.078" v="988"/>
          <ac:picMkLst>
            <pc:docMk/>
            <pc:sldMk cId="3709119365" sldId="302"/>
            <ac:picMk id="2" creationId="{DE07C9DA-C444-5AB8-70EA-8C722D6763DC}"/>
          </ac:picMkLst>
        </pc:picChg>
        <pc:picChg chg="del">
          <ac:chgData name="Andrew Wilson" userId="4590cb4e-3a94-4e03-8a18-2b2e428f7994" providerId="ADAL" clId="{5A92F882-3BBC-4296-AFF9-D21303910927}" dt="2025-02-21T20:34:04.759" v="987" actId="478"/>
          <ac:picMkLst>
            <pc:docMk/>
            <pc:sldMk cId="3709119365" sldId="302"/>
            <ac:picMk id="4" creationId="{8F9524F5-9AC7-358B-C0EE-352B1237C043}"/>
          </ac:picMkLst>
        </pc:picChg>
      </pc:sldChg>
      <pc:sldChg chg="modSp add mod modAnim modNotesTx">
        <pc:chgData name="Andrew Wilson" userId="4590cb4e-3a94-4e03-8a18-2b2e428f7994" providerId="ADAL" clId="{5A92F882-3BBC-4296-AFF9-D21303910927}" dt="2025-02-21T20:46:17.834" v="1103" actId="20577"/>
        <pc:sldMkLst>
          <pc:docMk/>
          <pc:sldMk cId="2049981592" sldId="303"/>
        </pc:sldMkLst>
        <pc:spChg chg="mod">
          <ac:chgData name="Andrew Wilson" userId="4590cb4e-3a94-4e03-8a18-2b2e428f7994" providerId="ADAL" clId="{5A92F882-3BBC-4296-AFF9-D21303910927}" dt="2025-02-21T20:44:41.487" v="1019" actId="6549"/>
          <ac:spMkLst>
            <pc:docMk/>
            <pc:sldMk cId="2049981592" sldId="303"/>
            <ac:spMk id="2" creationId="{60ADB9DE-C7AE-5CF2-5CC3-31C21E591DF2}"/>
          </ac:spMkLst>
        </pc:spChg>
        <pc:spChg chg="mod">
          <ac:chgData name="Andrew Wilson" userId="4590cb4e-3a94-4e03-8a18-2b2e428f7994" providerId="ADAL" clId="{5A92F882-3BBC-4296-AFF9-D21303910927}" dt="2025-02-21T20:46:12.607" v="1102" actId="20577"/>
          <ac:spMkLst>
            <pc:docMk/>
            <pc:sldMk cId="2049981592" sldId="303"/>
            <ac:spMk id="3" creationId="{A16D227A-C972-4CCE-B4BD-6FAF327DFD2F}"/>
          </ac:spMkLst>
        </pc:spChg>
      </pc:sldChg>
      <pc:sldChg chg="modSp add mod modAnim">
        <pc:chgData name="Andrew Wilson" userId="4590cb4e-3a94-4e03-8a18-2b2e428f7994" providerId="ADAL" clId="{5A92F882-3BBC-4296-AFF9-D21303910927}" dt="2025-02-21T20:49:44.536" v="1243"/>
        <pc:sldMkLst>
          <pc:docMk/>
          <pc:sldMk cId="2142103298" sldId="304"/>
        </pc:sldMkLst>
        <pc:spChg chg="mod">
          <ac:chgData name="Andrew Wilson" userId="4590cb4e-3a94-4e03-8a18-2b2e428f7994" providerId="ADAL" clId="{5A92F882-3BBC-4296-AFF9-D21303910927}" dt="2025-02-21T20:47:49.098" v="1125" actId="20577"/>
          <ac:spMkLst>
            <pc:docMk/>
            <pc:sldMk cId="2142103298" sldId="304"/>
            <ac:spMk id="2" creationId="{68F69B35-D511-FFED-E11B-2D18B5FB84A6}"/>
          </ac:spMkLst>
        </pc:spChg>
        <pc:spChg chg="mod">
          <ac:chgData name="Andrew Wilson" userId="4590cb4e-3a94-4e03-8a18-2b2e428f7994" providerId="ADAL" clId="{5A92F882-3BBC-4296-AFF9-D21303910927}" dt="2025-02-21T20:49:38.074" v="1242" actId="20577"/>
          <ac:spMkLst>
            <pc:docMk/>
            <pc:sldMk cId="2142103298" sldId="304"/>
            <ac:spMk id="3" creationId="{EFD854B2-DB32-9F9E-B490-50F463091B38}"/>
          </ac:spMkLst>
        </pc:spChg>
      </pc:sldChg>
      <pc:sldChg chg="addSp modSp add modAnim modNotesTx">
        <pc:chgData name="Andrew Wilson" userId="4590cb4e-3a94-4e03-8a18-2b2e428f7994" providerId="ADAL" clId="{5A92F882-3BBC-4296-AFF9-D21303910927}" dt="2025-02-21T20:51:46.332" v="1283"/>
        <pc:sldMkLst>
          <pc:docMk/>
          <pc:sldMk cId="1657090794" sldId="305"/>
        </pc:sldMkLst>
        <pc:spChg chg="mod">
          <ac:chgData name="Andrew Wilson" userId="4590cb4e-3a94-4e03-8a18-2b2e428f7994" providerId="ADAL" clId="{5A92F882-3BBC-4296-AFF9-D21303910927}" dt="2025-02-21T20:51:42.115" v="1282" actId="20577"/>
          <ac:spMkLst>
            <pc:docMk/>
            <pc:sldMk cId="1657090794" sldId="305"/>
            <ac:spMk id="2" creationId="{E2EE76FB-3272-5EBC-1A24-4ACB2CEAE2B2}"/>
          </ac:spMkLst>
        </pc:spChg>
        <pc:spChg chg="mod">
          <ac:chgData name="Andrew Wilson" userId="4590cb4e-3a94-4e03-8a18-2b2e428f7994" providerId="ADAL" clId="{5A92F882-3BBC-4296-AFF9-D21303910927}" dt="2025-02-21T20:51:36.128" v="1265" actId="6549"/>
          <ac:spMkLst>
            <pc:docMk/>
            <pc:sldMk cId="1657090794" sldId="305"/>
            <ac:spMk id="3" creationId="{62058D69-9A92-BB98-8918-6C06E886401C}"/>
          </ac:spMkLst>
        </pc:spChg>
        <pc:picChg chg="add mod">
          <ac:chgData name="Andrew Wilson" userId="4590cb4e-3a94-4e03-8a18-2b2e428f7994" providerId="ADAL" clId="{5A92F882-3BBC-4296-AFF9-D21303910927}" dt="2025-02-21T20:51:46.332" v="1283"/>
          <ac:picMkLst>
            <pc:docMk/>
            <pc:sldMk cId="1657090794" sldId="305"/>
            <ac:picMk id="6" creationId="{ED01E5DA-BB16-682F-D4F7-7202C5F64A05}"/>
          </ac:picMkLst>
        </pc:picChg>
      </pc:sldChg>
      <pc:sldChg chg="addSp delSp modSp add mod modNotesTx">
        <pc:chgData name="Andrew Wilson" userId="4590cb4e-3a94-4e03-8a18-2b2e428f7994" providerId="ADAL" clId="{5A92F882-3BBC-4296-AFF9-D21303910927}" dt="2025-02-21T20:56:35.545" v="1309" actId="15"/>
        <pc:sldMkLst>
          <pc:docMk/>
          <pc:sldMk cId="4010836635" sldId="306"/>
        </pc:sldMkLst>
        <pc:spChg chg="del mod">
          <ac:chgData name="Andrew Wilson" userId="4590cb4e-3a94-4e03-8a18-2b2e428f7994" providerId="ADAL" clId="{5A92F882-3BBC-4296-AFF9-D21303910927}" dt="2025-02-21T20:53:53.346" v="1291" actId="478"/>
          <ac:spMkLst>
            <pc:docMk/>
            <pc:sldMk cId="4010836635" sldId="306"/>
            <ac:spMk id="2" creationId="{7FC66712-E60F-F5F2-28E4-5CD1F22F105A}"/>
          </ac:spMkLst>
        </pc:spChg>
        <pc:spChg chg="del">
          <ac:chgData name="Andrew Wilson" userId="4590cb4e-3a94-4e03-8a18-2b2e428f7994" providerId="ADAL" clId="{5A92F882-3BBC-4296-AFF9-D21303910927}" dt="2025-02-21T20:53:52.746" v="1290" actId="478"/>
          <ac:spMkLst>
            <pc:docMk/>
            <pc:sldMk cId="4010836635" sldId="306"/>
            <ac:spMk id="3" creationId="{271C4EF6-BD5A-9BF8-D214-61FC9D6ABA0E}"/>
          </ac:spMkLst>
        </pc:spChg>
        <pc:picChg chg="del">
          <ac:chgData name="Andrew Wilson" userId="4590cb4e-3a94-4e03-8a18-2b2e428f7994" providerId="ADAL" clId="{5A92F882-3BBC-4296-AFF9-D21303910927}" dt="2025-02-21T20:53:42.443" v="1285" actId="478"/>
          <ac:picMkLst>
            <pc:docMk/>
            <pc:sldMk cId="4010836635" sldId="306"/>
            <ac:picMk id="6" creationId="{8E67823C-7154-8C6A-BB8F-BAB836715D9C}"/>
          </ac:picMkLst>
        </pc:picChg>
        <pc:picChg chg="add mod">
          <ac:chgData name="Andrew Wilson" userId="4590cb4e-3a94-4e03-8a18-2b2e428f7994" providerId="ADAL" clId="{5A92F882-3BBC-4296-AFF9-D21303910927}" dt="2025-02-21T20:53:49.980" v="1289" actId="1076"/>
          <ac:picMkLst>
            <pc:docMk/>
            <pc:sldMk cId="4010836635" sldId="306"/>
            <ac:picMk id="8" creationId="{E6D816DF-F828-4A83-4BE1-5DDB4D32722E}"/>
          </ac:picMkLst>
        </pc:picChg>
      </pc:sldChg>
      <pc:sldChg chg="modSp add del mod ord modAnim">
        <pc:chgData name="Andrew Wilson" userId="4590cb4e-3a94-4e03-8a18-2b2e428f7994" providerId="ADAL" clId="{5A92F882-3BBC-4296-AFF9-D21303910927}" dt="2025-02-21T20:56:22.958" v="1300" actId="47"/>
        <pc:sldMkLst>
          <pc:docMk/>
          <pc:sldMk cId="3380743374" sldId="307"/>
        </pc:sldMkLst>
        <pc:spChg chg="mod">
          <ac:chgData name="Andrew Wilson" userId="4590cb4e-3a94-4e03-8a18-2b2e428f7994" providerId="ADAL" clId="{5A92F882-3BBC-4296-AFF9-D21303910927}" dt="2025-02-21T20:56:02.928" v="1298" actId="20577"/>
          <ac:spMkLst>
            <pc:docMk/>
            <pc:sldMk cId="3380743374" sldId="307"/>
            <ac:spMk id="2" creationId="{AB26ED4D-9FFB-3E92-1897-C60CC8C7271E}"/>
          </ac:spMkLst>
        </pc:spChg>
        <pc:spChg chg="mod">
          <ac:chgData name="Andrew Wilson" userId="4590cb4e-3a94-4e03-8a18-2b2e428f7994" providerId="ADAL" clId="{5A92F882-3BBC-4296-AFF9-D21303910927}" dt="2025-02-21T20:56:08.226" v="1299" actId="6549"/>
          <ac:spMkLst>
            <pc:docMk/>
            <pc:sldMk cId="3380743374" sldId="307"/>
            <ac:spMk id="3" creationId="{D97817E4-1A90-2338-9062-5606904A43BB}"/>
          </ac:spMkLst>
        </pc:spChg>
      </pc:sldChg>
    </pc:docChg>
  </pc:docChgLst>
  <pc:docChgLst>
    <pc:chgData name="Linda Hogg" userId="145d8d6d-10e7-42d3-8fec-56940a89fa37" providerId="ADAL" clId="{780E2EAE-DB07-49F6-BC94-0EA8AF437A36}"/>
    <pc:docChg chg="delSld">
      <pc:chgData name="Linda Hogg" userId="145d8d6d-10e7-42d3-8fec-56940a89fa37" providerId="ADAL" clId="{780E2EAE-DB07-49F6-BC94-0EA8AF437A36}" dt="2025-02-17T12:33:05.692" v="5" actId="47"/>
      <pc:docMkLst>
        <pc:docMk/>
      </pc:docMkLst>
      <pc:sldChg chg="del">
        <pc:chgData name="Linda Hogg" userId="145d8d6d-10e7-42d3-8fec-56940a89fa37" providerId="ADAL" clId="{780E2EAE-DB07-49F6-BC94-0EA8AF437A36}" dt="2025-02-17T12:33:00.748" v="0" actId="47"/>
        <pc:sldMkLst>
          <pc:docMk/>
          <pc:sldMk cId="2157832335" sldId="256"/>
        </pc:sldMkLst>
      </pc:sldChg>
      <pc:sldChg chg="del">
        <pc:chgData name="Linda Hogg" userId="145d8d6d-10e7-42d3-8fec-56940a89fa37" providerId="ADAL" clId="{780E2EAE-DB07-49F6-BC94-0EA8AF437A36}" dt="2025-02-17T12:33:05.247" v="4" actId="47"/>
        <pc:sldMkLst>
          <pc:docMk/>
          <pc:sldMk cId="4157664887" sldId="266"/>
        </pc:sldMkLst>
      </pc:sldChg>
      <pc:sldChg chg="del">
        <pc:chgData name="Linda Hogg" userId="145d8d6d-10e7-42d3-8fec-56940a89fa37" providerId="ADAL" clId="{780E2EAE-DB07-49F6-BC94-0EA8AF437A36}" dt="2025-02-17T12:33:00.748" v="0" actId="47"/>
        <pc:sldMkLst>
          <pc:docMk/>
          <pc:sldMk cId="688951861" sldId="269"/>
        </pc:sldMkLst>
      </pc:sldChg>
      <pc:sldChg chg="del">
        <pc:chgData name="Linda Hogg" userId="145d8d6d-10e7-42d3-8fec-56940a89fa37" providerId="ADAL" clId="{780E2EAE-DB07-49F6-BC94-0EA8AF437A36}" dt="2025-02-17T12:33:03.479" v="2" actId="47"/>
        <pc:sldMkLst>
          <pc:docMk/>
          <pc:sldMk cId="195506322" sldId="281"/>
        </pc:sldMkLst>
      </pc:sldChg>
      <pc:sldChg chg="del">
        <pc:chgData name="Linda Hogg" userId="145d8d6d-10e7-42d3-8fec-56940a89fa37" providerId="ADAL" clId="{780E2EAE-DB07-49F6-BC94-0EA8AF437A36}" dt="2025-02-17T12:33:05.692" v="5" actId="47"/>
        <pc:sldMkLst>
          <pc:docMk/>
          <pc:sldMk cId="1617032348" sldId="282"/>
        </pc:sldMkLst>
      </pc:sldChg>
      <pc:sldChg chg="del">
        <pc:chgData name="Linda Hogg" userId="145d8d6d-10e7-42d3-8fec-56940a89fa37" providerId="ADAL" clId="{780E2EAE-DB07-49F6-BC94-0EA8AF437A36}" dt="2025-02-17T12:33:04.061" v="3" actId="47"/>
        <pc:sldMkLst>
          <pc:docMk/>
          <pc:sldMk cId="829276859" sldId="285"/>
        </pc:sldMkLst>
      </pc:sldChg>
      <pc:sldChg chg="del">
        <pc:chgData name="Linda Hogg" userId="145d8d6d-10e7-42d3-8fec-56940a89fa37" providerId="ADAL" clId="{780E2EAE-DB07-49F6-BC94-0EA8AF437A36}" dt="2025-02-17T12:33:02.673" v="1" actId="47"/>
        <pc:sldMkLst>
          <pc:docMk/>
          <pc:sldMk cId="342278181"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0CACA-4C4C-4E76-8485-B7119ACD2CD5}" type="datetimeFigureOut">
              <a:rPr lang="en-GB" smtClean="0"/>
              <a:t>21/02/2025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1BB960-8AB5-4E1B-B65E-15E098ED59C1}" type="slidenum">
              <a:rPr lang="en-GB" smtClean="0"/>
              <a:t>‹#›</a:t>
            </a:fld>
            <a:endParaRPr lang="en-GB"/>
          </a:p>
        </p:txBody>
      </p:sp>
    </p:spTree>
    <p:extLst>
      <p:ext uri="{BB962C8B-B14F-4D97-AF65-F5344CB8AC3E}">
        <p14:creationId xmlns:p14="http://schemas.microsoft.com/office/powerpoint/2010/main" val="2559484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entra/identity/managed-identities-azure-resources/overview"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azure/app-service/overview-authentication-authorization"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F1BB960-8AB5-4E1B-B65E-15E098ED59C1}" type="slidenum">
              <a:rPr lang="en-GB" smtClean="0"/>
              <a:t>2</a:t>
            </a:fld>
            <a:endParaRPr lang="en-GB"/>
          </a:p>
        </p:txBody>
      </p:sp>
    </p:spTree>
    <p:extLst>
      <p:ext uri="{BB962C8B-B14F-4D97-AF65-F5344CB8AC3E}">
        <p14:creationId xmlns:p14="http://schemas.microsoft.com/office/powerpoint/2010/main" val="2950878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Can’t emphasise enough how much they make it happen.</a:t>
            </a:r>
          </a:p>
          <a:p>
            <a:endParaRPr lang="en-GB" baseline="0" dirty="0"/>
          </a:p>
          <a:p>
            <a:r>
              <a:rPr lang="en-GB" baseline="0" dirty="0"/>
              <a:t>Platinum Sponsors:</a:t>
            </a:r>
          </a:p>
          <a:p>
            <a:endParaRPr lang="en-GB" baseline="0" dirty="0"/>
          </a:p>
          <a:p>
            <a:pPr marL="171450" indent="-171450">
              <a:buFont typeface="Arial" panose="020B0604020202020204" pitchFamily="34" charset="0"/>
              <a:buChar char="•"/>
            </a:pPr>
            <a:r>
              <a:rPr lang="en-GB" baseline="0" dirty="0"/>
              <a:t>University of Hull – Venue &amp; support.</a:t>
            </a:r>
          </a:p>
          <a:p>
            <a:pPr marL="171450" indent="-171450">
              <a:buFont typeface="Arial" panose="020B0604020202020204" pitchFamily="34" charset="0"/>
              <a:buChar char="•"/>
            </a:pPr>
            <a:r>
              <a:rPr lang="en-GB" baseline="0" dirty="0"/>
              <a:t>Black Marble – organisation, design etc. </a:t>
            </a:r>
          </a:p>
          <a:p>
            <a:pPr marL="171450" indent="-171450">
              <a:buFont typeface="Arial" panose="020B0604020202020204" pitchFamily="34" charset="0"/>
              <a:buChar char="•"/>
            </a:pPr>
            <a:r>
              <a:rPr lang="en-GB" baseline="0" dirty="0"/>
              <a:t>NDC – general platinum.</a:t>
            </a:r>
          </a:p>
          <a:p>
            <a:pPr marL="171450" indent="-171450">
              <a:buFont typeface="Arial" panose="020B0604020202020204" pitchFamily="34" charset="0"/>
              <a:buChar char="•"/>
            </a:pPr>
            <a:r>
              <a:rPr lang="en-GB" baseline="0" dirty="0"/>
              <a:t>Turbo360 – visit their stand.</a:t>
            </a:r>
          </a:p>
          <a:p>
            <a:endParaRPr lang="en-GB" baseline="0" dirty="0"/>
          </a:p>
          <a:p>
            <a:r>
              <a:rPr lang="en-GB" dirty="0"/>
              <a:t>Gold Sponsor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Sam – the event app.</a:t>
            </a:r>
            <a:endParaRPr lang="en-GB" dirty="0"/>
          </a:p>
          <a:p>
            <a:endParaRPr lang="en-GB" dirty="0"/>
          </a:p>
          <a:p>
            <a:pPr marL="0" indent="0">
              <a:buFont typeface="Arial" panose="020B0604020202020204" pitchFamily="34" charset="0"/>
              <a:buNone/>
            </a:pPr>
            <a:r>
              <a:rPr lang="en-GB" dirty="0"/>
              <a:t>Shirt Sponsor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aseline="0" dirty="0"/>
              <a:t>Sage.</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Agenda Sponsor</a:t>
            </a:r>
          </a:p>
          <a:p>
            <a:pPr marL="171450" indent="-171450">
              <a:buFont typeface="Arial" panose="020B0604020202020204" pitchFamily="34" charset="0"/>
              <a:buChar char="•"/>
            </a:pPr>
            <a:r>
              <a:rPr lang="en-GB" dirty="0" err="1"/>
              <a:t>iO</a:t>
            </a:r>
            <a:r>
              <a:rPr lang="en-GB" dirty="0"/>
              <a:t> Associates.</a:t>
            </a:r>
          </a:p>
        </p:txBody>
      </p:sp>
      <p:sp>
        <p:nvSpPr>
          <p:cNvPr id="4" name="Slide Number Placeholder 3"/>
          <p:cNvSpPr>
            <a:spLocks noGrp="1"/>
          </p:cNvSpPr>
          <p:nvPr>
            <p:ph type="sldNum" sz="quarter" idx="10"/>
          </p:nvPr>
        </p:nvSpPr>
        <p:spPr/>
        <p:txBody>
          <a:bodyPr/>
          <a:lstStyle/>
          <a:p>
            <a:fld id="{3F1BB960-8AB5-4E1B-B65E-15E098ED59C1}" type="slidenum">
              <a:rPr lang="en-GB" smtClean="0"/>
              <a:t>3</a:t>
            </a:fld>
            <a:endParaRPr lang="en-GB"/>
          </a:p>
        </p:txBody>
      </p:sp>
    </p:spTree>
    <p:extLst>
      <p:ext uri="{BB962C8B-B14F-4D97-AF65-F5344CB8AC3E}">
        <p14:creationId xmlns:p14="http://schemas.microsoft.com/office/powerpoint/2010/main" val="1037528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93341-7E3A-26CB-DC5A-3FCEBAA16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58CAE-4452-2CFE-A38C-6EDEB8D68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FE73D-4217-BB5B-40F8-531A273C474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815FA9F-2776-8D1A-F76A-A94CCC616426}"/>
              </a:ext>
            </a:extLst>
          </p:cNvPr>
          <p:cNvSpPr>
            <a:spLocks noGrp="1"/>
          </p:cNvSpPr>
          <p:nvPr>
            <p:ph type="sldNum" sz="quarter" idx="5"/>
          </p:nvPr>
        </p:nvSpPr>
        <p:spPr/>
        <p:txBody>
          <a:bodyPr/>
          <a:lstStyle/>
          <a:p>
            <a:fld id="{3F1BB960-8AB5-4E1B-B65E-15E098ED59C1}" type="slidenum">
              <a:rPr lang="en-GB" smtClean="0"/>
              <a:t>4</a:t>
            </a:fld>
            <a:endParaRPr lang="en-GB"/>
          </a:p>
        </p:txBody>
      </p:sp>
    </p:spTree>
    <p:extLst>
      <p:ext uri="{BB962C8B-B14F-4D97-AF65-F5344CB8AC3E}">
        <p14:creationId xmlns:p14="http://schemas.microsoft.com/office/powerpoint/2010/main" val="2485547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77EA-283F-B701-9ED5-741C92DED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69642-9C7A-8DDB-53F4-BA90F4924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A5E8-B878-DADB-18D5-58D52C1949C4}"/>
              </a:ext>
            </a:extLst>
          </p:cNvPr>
          <p:cNvSpPr>
            <a:spLocks noGrp="1"/>
          </p:cNvSpPr>
          <p:nvPr>
            <p:ph type="body" idx="1"/>
          </p:nvPr>
        </p:nvSpPr>
        <p:spPr/>
        <p:txBody>
          <a:bodyPr/>
          <a:lstStyle/>
          <a:p>
            <a:r>
              <a:rPr lang="en-GB" dirty="0"/>
              <a:t>Logic Apps:</a:t>
            </a:r>
          </a:p>
          <a:p>
            <a:pPr marL="171450" indent="-171450">
              <a:buFontTx/>
              <a:buChar char="-"/>
            </a:pPr>
            <a:r>
              <a:rPr lang="en-GB" dirty="0"/>
              <a:t>Provide us a Workflow Integration Platform </a:t>
            </a:r>
          </a:p>
          <a:p>
            <a:pPr marL="171450" indent="-171450">
              <a:buFontTx/>
              <a:buChar char="-"/>
            </a:pPr>
            <a:r>
              <a:rPr lang="en-GB" dirty="0"/>
              <a:t>Operated by connectors which makes it perfect for integration </a:t>
            </a:r>
            <a:r>
              <a:rPr lang="en-GB" dirty="0" err="1"/>
              <a:t>senarios</a:t>
            </a:r>
            <a:r>
              <a:rPr lang="en-GB" dirty="0"/>
              <a:t>.</a:t>
            </a:r>
          </a:p>
          <a:p>
            <a:pPr marL="171450" indent="-171450">
              <a:buFontTx/>
              <a:buChar char="-"/>
            </a:pPr>
            <a:r>
              <a:rPr lang="en-GB" dirty="0"/>
              <a:t>Its Low Code / No Code – easy to develop, maintain, debug and match to business process.</a:t>
            </a:r>
          </a:p>
          <a:p>
            <a:pPr marL="171450" indent="-171450">
              <a:buFontTx/>
              <a:buChar char="-"/>
            </a:pPr>
            <a:endParaRPr lang="en-GB" dirty="0"/>
          </a:p>
          <a:p>
            <a:pPr marL="0" indent="0">
              <a:buFontTx/>
              <a:buNone/>
            </a:pPr>
            <a:r>
              <a:rPr lang="en-GB" dirty="0"/>
              <a:t>API Management is our Management Platform for a consolidated set of our API’s.</a:t>
            </a:r>
          </a:p>
          <a:p>
            <a:pPr marL="171450" indent="-171450">
              <a:buFontTx/>
              <a:buChar char="-"/>
            </a:pPr>
            <a:r>
              <a:rPr lang="en-GB" dirty="0"/>
              <a:t>Perfect for API first approach</a:t>
            </a:r>
          </a:p>
          <a:p>
            <a:pPr marL="171450" indent="-171450">
              <a:buFontTx/>
              <a:buChar char="-"/>
            </a:pPr>
            <a:r>
              <a:rPr lang="en-GB" dirty="0"/>
              <a:t>Revers Proxy – hides implementation away from callers</a:t>
            </a:r>
          </a:p>
          <a:p>
            <a:pPr marL="171450" indent="-171450">
              <a:buFontTx/>
              <a:buChar char="-"/>
            </a:pPr>
            <a:r>
              <a:rPr lang="en-GB" dirty="0"/>
              <a:t>Loos Coupling</a:t>
            </a:r>
          </a:p>
          <a:p>
            <a:pPr marL="171450" indent="-171450">
              <a:buFontTx/>
              <a:buChar char="-"/>
            </a:pPr>
            <a:r>
              <a:rPr lang="en-GB" dirty="0"/>
              <a:t>Powerful in capability through the use of Policies.</a:t>
            </a:r>
          </a:p>
          <a:p>
            <a:pPr marL="0" indent="0">
              <a:buFontTx/>
              <a:buNone/>
            </a:pPr>
            <a:endParaRPr lang="en-GB" dirty="0"/>
          </a:p>
          <a:p>
            <a:pPr marL="0" indent="0">
              <a:buFontTx/>
              <a:buNone/>
            </a:pPr>
            <a:r>
              <a:rPr lang="en-GB" dirty="0"/>
              <a:t>The Aim of this session is to look at ways to use these two services together effectively.</a:t>
            </a:r>
          </a:p>
          <a:p>
            <a:pPr marL="0" indent="0">
              <a:buFontTx/>
              <a:buNone/>
            </a:pPr>
            <a:endParaRPr lang="en-GB" dirty="0"/>
          </a:p>
          <a:p>
            <a:pPr marL="0" indent="0">
              <a:buFontTx/>
              <a:buNone/>
            </a:pPr>
            <a:r>
              <a:rPr lang="en-GB" dirty="0"/>
              <a:t>To simplify the connection of a logic app to APIM</a:t>
            </a:r>
          </a:p>
          <a:p>
            <a:pPr marL="0" indent="0">
              <a:buFontTx/>
              <a:buNone/>
            </a:pPr>
            <a:endParaRPr lang="en-GB" dirty="0"/>
          </a:p>
          <a:p>
            <a:pPr marL="0" indent="0">
              <a:buFontTx/>
              <a:buNone/>
            </a:pPr>
            <a:r>
              <a:rPr lang="en-GB" dirty="0"/>
              <a:t>To Secure its method of invocation</a:t>
            </a:r>
          </a:p>
          <a:p>
            <a:pPr marL="0" indent="0">
              <a:buFontTx/>
              <a:buNone/>
            </a:pPr>
            <a:endParaRPr lang="en-GB" dirty="0"/>
          </a:p>
          <a:p>
            <a:pPr marL="0" indent="0">
              <a:buFontTx/>
              <a:buNone/>
            </a:pPr>
            <a:r>
              <a:rPr lang="en-GB" dirty="0"/>
              <a:t>Well be looking at code samples and practical demos.</a:t>
            </a:r>
          </a:p>
          <a:p>
            <a:endParaRPr lang="en-GB" dirty="0"/>
          </a:p>
        </p:txBody>
      </p:sp>
      <p:sp>
        <p:nvSpPr>
          <p:cNvPr id="4" name="Slide Number Placeholder 3">
            <a:extLst>
              <a:ext uri="{FF2B5EF4-FFF2-40B4-BE49-F238E27FC236}">
                <a16:creationId xmlns:a16="http://schemas.microsoft.com/office/drawing/2014/main" id="{B6F205A2-4DA5-E4B5-B611-1307096A5F84}"/>
              </a:ext>
            </a:extLst>
          </p:cNvPr>
          <p:cNvSpPr>
            <a:spLocks noGrp="1"/>
          </p:cNvSpPr>
          <p:nvPr>
            <p:ph type="sldNum" sz="quarter" idx="10"/>
          </p:nvPr>
        </p:nvSpPr>
        <p:spPr/>
        <p:txBody>
          <a:bodyPr/>
          <a:lstStyle/>
          <a:p>
            <a:fld id="{3F1BB960-8AB5-4E1B-B65E-15E098ED59C1}" type="slidenum">
              <a:rPr lang="en-GB" smtClean="0"/>
              <a:t>5</a:t>
            </a:fld>
            <a:endParaRPr lang="en-GB"/>
          </a:p>
        </p:txBody>
      </p:sp>
    </p:spTree>
    <p:extLst>
      <p:ext uri="{BB962C8B-B14F-4D97-AF65-F5344CB8AC3E}">
        <p14:creationId xmlns:p14="http://schemas.microsoft.com/office/powerpoint/2010/main" val="2308001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222E-C282-61B2-AF39-2BC073616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936A3-8CE4-54FC-FE5F-D0E0EE533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1976F-C70A-4620-2ECC-D95DCE135FF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3EC08DB-5C42-E160-5C23-F5CEE1362F07}"/>
              </a:ext>
            </a:extLst>
          </p:cNvPr>
          <p:cNvSpPr>
            <a:spLocks noGrp="1"/>
          </p:cNvSpPr>
          <p:nvPr>
            <p:ph type="sldNum" sz="quarter" idx="10"/>
          </p:nvPr>
        </p:nvSpPr>
        <p:spPr/>
        <p:txBody>
          <a:bodyPr/>
          <a:lstStyle/>
          <a:p>
            <a:fld id="{3F1BB960-8AB5-4E1B-B65E-15E098ED59C1}" type="slidenum">
              <a:rPr lang="en-GB" smtClean="0"/>
              <a:t>6</a:t>
            </a:fld>
            <a:endParaRPr lang="en-GB"/>
          </a:p>
        </p:txBody>
      </p:sp>
    </p:spTree>
    <p:extLst>
      <p:ext uri="{BB962C8B-B14F-4D97-AF65-F5344CB8AC3E}">
        <p14:creationId xmlns:p14="http://schemas.microsoft.com/office/powerpoint/2010/main" val="3473459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8DD1-E5D3-3D0C-E11F-C822BFCC9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EB406-1EEA-85C4-1CE8-5FB02CD05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ADEF4-E2E3-2168-ED39-62C4474E2887}"/>
              </a:ext>
            </a:extLst>
          </p:cNvPr>
          <p:cNvSpPr>
            <a:spLocks noGrp="1"/>
          </p:cNvSpPr>
          <p:nvPr>
            <p:ph type="body" idx="1"/>
          </p:nvPr>
        </p:nvSpPr>
        <p:spPr/>
        <p:txBody>
          <a:bodyPr/>
          <a:lstStyle/>
          <a:p>
            <a:pPr algn="l" rtl="0" fontAlgn="base">
              <a:lnSpc>
                <a:spcPts val="1564"/>
              </a:lnSpc>
              <a:buFont typeface="Arial" panose="020B0604020202020204" pitchFamily="34" charset="0"/>
              <a:buChar char="•"/>
            </a:pPr>
            <a:r>
              <a:rPr lang="en-GB" sz="1800" b="1" i="0" dirty="0" err="1">
                <a:solidFill>
                  <a:srgbClr val="000000"/>
                </a:solidFill>
                <a:effectLst/>
                <a:latin typeface="Aptos" panose="020B0004020202020204" pitchFamily="34" charset="0"/>
              </a:rPr>
              <a:t>api</a:t>
            </a:r>
            <a:r>
              <a:rPr lang="en-GB" sz="1800" b="1" i="0" dirty="0">
                <a:solidFill>
                  <a:srgbClr val="000000"/>
                </a:solidFill>
                <a:effectLst/>
                <a:latin typeface="Aptos" panose="020B0004020202020204" pitchFamily="34" charset="0"/>
              </a:rPr>
              <a:t>-version</a:t>
            </a:r>
            <a:r>
              <a:rPr lang="en-GB" sz="1800" b="0" i="0" dirty="0">
                <a:solidFill>
                  <a:srgbClr val="000000"/>
                </a:solidFill>
                <a:effectLst/>
                <a:latin typeface="Aptos" panose="020B0004020202020204" pitchFamily="34" charset="0"/>
              </a:rPr>
              <a:t> – this is the logic app service API version. </a:t>
            </a:r>
          </a:p>
          <a:p>
            <a:pPr algn="l" rtl="0" fontAlgn="base">
              <a:lnSpc>
                <a:spcPts val="1564"/>
              </a:lnSpc>
              <a:buFont typeface="Arial" panose="020B0604020202020204" pitchFamily="34" charset="0"/>
              <a:buChar char="•"/>
            </a:pPr>
            <a:endParaRPr lang="en-GB" sz="1800" b="0" i="0" dirty="0">
              <a:solidFill>
                <a:srgbClr val="000000"/>
              </a:solidFill>
              <a:effectLst/>
              <a:latin typeface="Aptos" panose="020B0004020202020204" pitchFamily="34" charset="0"/>
            </a:endParaRPr>
          </a:p>
          <a:p>
            <a:pPr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SAS query parameters </a:t>
            </a:r>
          </a:p>
          <a:p>
            <a:pPr algn="l" rtl="0" fontAlgn="base">
              <a:lnSpc>
                <a:spcPts val="1564"/>
              </a:lnSpc>
              <a:buFont typeface="Arial" panose="020B0604020202020204" pitchFamily="34" charset="0"/>
              <a:buChar char="•"/>
            </a:pPr>
            <a:endParaRPr lang="en-GB" sz="1800" b="0" i="0" dirty="0">
              <a:solidFill>
                <a:srgbClr val="000000"/>
              </a:solidFill>
              <a:effectLst/>
              <a:latin typeface="Aptos" panose="020B0004020202020204" pitchFamily="34" charset="0"/>
            </a:endParaRPr>
          </a:p>
          <a:p>
            <a:pPr algn="l" rtl="0" fontAlgn="base">
              <a:lnSpc>
                <a:spcPts val="1564"/>
              </a:lnSpc>
              <a:buFont typeface="Arial" panose="020B0604020202020204" pitchFamily="34" charset="0"/>
              <a:buChar char="•"/>
            </a:pPr>
            <a:r>
              <a:rPr lang="en-GB" sz="1800" b="1" i="0" dirty="0" err="1">
                <a:solidFill>
                  <a:srgbClr val="000000"/>
                </a:solidFill>
                <a:effectLst/>
                <a:latin typeface="Aptos" panose="020B0004020202020204" pitchFamily="34" charset="0"/>
              </a:rPr>
              <a:t>sp</a:t>
            </a:r>
            <a:r>
              <a:rPr lang="en-GB" sz="1800" b="1" i="0" dirty="0">
                <a:solidFill>
                  <a:srgbClr val="000000"/>
                </a:solidFill>
                <a:effectLst/>
                <a:latin typeface="Aptos" panose="020B0004020202020204" pitchFamily="34" charset="0"/>
              </a:rPr>
              <a:t> </a:t>
            </a:r>
            <a:r>
              <a:rPr lang="en-GB" sz="1800" b="0" i="0" dirty="0">
                <a:solidFill>
                  <a:srgbClr val="000000"/>
                </a:solidFill>
                <a:effectLst/>
                <a:latin typeface="Aptos" panose="020B0004020202020204" pitchFamily="34" charset="0"/>
              </a:rPr>
              <a:t>– specifies permissions for the allowed HTTP methods to use. </a:t>
            </a:r>
          </a:p>
          <a:p>
            <a:pPr algn="l" rtl="0" fontAlgn="base">
              <a:lnSpc>
                <a:spcPts val="1564"/>
              </a:lnSpc>
              <a:buFont typeface="Arial" panose="020B0604020202020204" pitchFamily="34" charset="0"/>
              <a:buChar char="•"/>
            </a:pPr>
            <a:r>
              <a:rPr lang="en-GB" sz="1800" b="1" i="0" dirty="0" err="1">
                <a:solidFill>
                  <a:srgbClr val="000000"/>
                </a:solidFill>
                <a:effectLst/>
                <a:latin typeface="Aptos" panose="020B0004020202020204" pitchFamily="34" charset="0"/>
              </a:rPr>
              <a:t>sv</a:t>
            </a:r>
            <a:r>
              <a:rPr lang="en-GB" sz="1800" b="1" i="0" dirty="0">
                <a:solidFill>
                  <a:srgbClr val="000000"/>
                </a:solidFill>
                <a:effectLst/>
                <a:latin typeface="Aptos" panose="020B0004020202020204" pitchFamily="34" charset="0"/>
              </a:rPr>
              <a:t> </a:t>
            </a:r>
            <a:r>
              <a:rPr lang="en-GB" sz="1800" b="0" i="0" dirty="0">
                <a:solidFill>
                  <a:srgbClr val="000000"/>
                </a:solidFill>
                <a:effectLst/>
                <a:latin typeface="Aptos" panose="020B0004020202020204" pitchFamily="34" charset="0"/>
              </a:rPr>
              <a:t>– specifies the SAS version to use for generating the signature. </a:t>
            </a:r>
          </a:p>
          <a:p>
            <a:pPr algn="l" rtl="0" fontAlgn="base">
              <a:lnSpc>
                <a:spcPts val="1564"/>
              </a:lnSpc>
              <a:buFont typeface="Arial" panose="020B0604020202020204" pitchFamily="34" charset="0"/>
              <a:buChar char="•"/>
            </a:pPr>
            <a:r>
              <a:rPr lang="en-GB" sz="1800" b="1" i="0" dirty="0">
                <a:solidFill>
                  <a:srgbClr val="000000"/>
                </a:solidFill>
                <a:effectLst/>
                <a:latin typeface="Aptos" panose="020B0004020202020204" pitchFamily="34" charset="0"/>
              </a:rPr>
              <a:t>sig </a:t>
            </a:r>
            <a:r>
              <a:rPr lang="en-GB" sz="1800" b="0" i="0" dirty="0">
                <a:solidFill>
                  <a:srgbClr val="000000"/>
                </a:solidFill>
                <a:effectLst/>
                <a:latin typeface="Aptos" panose="020B0004020202020204" pitchFamily="34" charset="0"/>
              </a:rPr>
              <a:t>– specifies the signature to use for authenticating the access to the trigger. </a:t>
            </a:r>
          </a:p>
          <a:p>
            <a:pPr lvl="1"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The key is kept secret, encrypted, and stored with the logic app. </a:t>
            </a:r>
          </a:p>
          <a:p>
            <a:pPr lvl="1"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The key is never exposed or published. </a:t>
            </a:r>
          </a:p>
          <a:p>
            <a:pPr lvl="1" algn="l" rtl="0" fontAlgn="base">
              <a:lnSpc>
                <a:spcPts val="1564"/>
              </a:lnSpc>
              <a:buFont typeface="Arial" panose="020B0604020202020204" pitchFamily="34" charset="0"/>
              <a:buChar char="•"/>
            </a:pPr>
            <a:endParaRPr lang="en-GB" sz="1800" b="0" i="0" dirty="0">
              <a:solidFill>
                <a:srgbClr val="000000"/>
              </a:solidFill>
              <a:effectLst/>
              <a:latin typeface="Aptos" panose="020B0004020202020204" pitchFamily="34" charset="0"/>
            </a:endParaRPr>
          </a:p>
          <a:p>
            <a:pPr lvl="1" algn="l" rtl="0" fontAlgn="base">
              <a:lnSpc>
                <a:spcPts val="1564"/>
              </a:lnSpc>
              <a:buFont typeface="Arial" panose="020B0604020202020204" pitchFamily="34" charset="0"/>
              <a:buNone/>
            </a:pPr>
            <a:endParaRPr lang="en-GB" sz="1800" b="0" i="0" dirty="0">
              <a:solidFill>
                <a:srgbClr val="000000"/>
              </a:solidFill>
              <a:effectLst/>
              <a:latin typeface="Aptos" panose="020B0004020202020204" pitchFamily="34" charset="0"/>
            </a:endParaRPr>
          </a:p>
          <a:p>
            <a:pPr lvl="1" algn="l" rtl="0" fontAlgn="base">
              <a:lnSpc>
                <a:spcPts val="1564"/>
              </a:lnSpc>
              <a:buFont typeface="Arial" panose="020B0604020202020204" pitchFamily="34" charset="0"/>
              <a:buNone/>
            </a:pPr>
            <a:r>
              <a:rPr lang="en-GB" sz="1800" b="0" i="0" dirty="0">
                <a:solidFill>
                  <a:srgbClr val="000000"/>
                </a:solidFill>
                <a:effectLst/>
                <a:latin typeface="Aptos" panose="020B0004020202020204" pitchFamily="34" charset="0"/>
              </a:rPr>
              <a:t>UNTIL NOW</a:t>
            </a:r>
          </a:p>
          <a:p>
            <a:endParaRPr lang="en-GB" dirty="0"/>
          </a:p>
        </p:txBody>
      </p:sp>
      <p:sp>
        <p:nvSpPr>
          <p:cNvPr id="4" name="Slide Number Placeholder 3">
            <a:extLst>
              <a:ext uri="{FF2B5EF4-FFF2-40B4-BE49-F238E27FC236}">
                <a16:creationId xmlns:a16="http://schemas.microsoft.com/office/drawing/2014/main" id="{0747488E-88A7-CF77-CFFD-4BD02A00709C}"/>
              </a:ext>
            </a:extLst>
          </p:cNvPr>
          <p:cNvSpPr>
            <a:spLocks noGrp="1"/>
          </p:cNvSpPr>
          <p:nvPr>
            <p:ph type="sldNum" sz="quarter" idx="10"/>
          </p:nvPr>
        </p:nvSpPr>
        <p:spPr/>
        <p:txBody>
          <a:bodyPr/>
          <a:lstStyle/>
          <a:p>
            <a:fld id="{3F1BB960-8AB5-4E1B-B65E-15E098ED59C1}" type="slidenum">
              <a:rPr lang="en-GB" smtClean="0"/>
              <a:t>7</a:t>
            </a:fld>
            <a:endParaRPr lang="en-GB"/>
          </a:p>
        </p:txBody>
      </p:sp>
    </p:spTree>
    <p:extLst>
      <p:ext uri="{BB962C8B-B14F-4D97-AF65-F5344CB8AC3E}">
        <p14:creationId xmlns:p14="http://schemas.microsoft.com/office/powerpoint/2010/main" val="963098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D7B84-D079-2140-7B78-E1032FCA2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7E615-2BC3-6368-5171-13F0C4E067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382CC-B649-CAFF-AE4E-41997ABA9CA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78FBA5E-7ED4-6A45-C14F-1EB233027D7D}"/>
              </a:ext>
            </a:extLst>
          </p:cNvPr>
          <p:cNvSpPr>
            <a:spLocks noGrp="1"/>
          </p:cNvSpPr>
          <p:nvPr>
            <p:ph type="sldNum" sz="quarter" idx="10"/>
          </p:nvPr>
        </p:nvSpPr>
        <p:spPr/>
        <p:txBody>
          <a:bodyPr/>
          <a:lstStyle/>
          <a:p>
            <a:fld id="{3F1BB960-8AB5-4E1B-B65E-15E098ED59C1}" type="slidenum">
              <a:rPr lang="en-GB" smtClean="0"/>
              <a:t>8</a:t>
            </a:fld>
            <a:endParaRPr lang="en-GB"/>
          </a:p>
        </p:txBody>
      </p:sp>
    </p:spTree>
    <p:extLst>
      <p:ext uri="{BB962C8B-B14F-4D97-AF65-F5344CB8AC3E}">
        <p14:creationId xmlns:p14="http://schemas.microsoft.com/office/powerpoint/2010/main" val="1171133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ts val="1564"/>
              </a:lnSpc>
              <a:buFont typeface="Arial" panose="020B0604020202020204" pitchFamily="34" charset="0"/>
              <a:buChar char="•"/>
            </a:pPr>
            <a:r>
              <a:rPr lang="en-GB" sz="1800" b="1" i="0" dirty="0">
                <a:solidFill>
                  <a:srgbClr val="000000"/>
                </a:solidFill>
                <a:effectLst/>
                <a:latin typeface="Aptos" panose="020B0004020202020204" pitchFamily="34" charset="0"/>
              </a:rPr>
              <a:t>Always use HTTPS</a:t>
            </a:r>
            <a:r>
              <a:rPr lang="en-GB" sz="1800" b="0" i="0" dirty="0">
                <a:solidFill>
                  <a:srgbClr val="000000"/>
                </a:solidFill>
                <a:effectLst/>
                <a:latin typeface="Aptos" panose="020B0004020202020204" pitchFamily="34" charset="0"/>
              </a:rPr>
              <a:t> – If a SAS is passed over HTTP, an attacker can perform a man-in-the-middle attack and read the SAS key. </a:t>
            </a:r>
          </a:p>
          <a:p>
            <a:pPr algn="l" rtl="0" fontAlgn="base">
              <a:lnSpc>
                <a:spcPts val="1564"/>
              </a:lnSpc>
              <a:buFont typeface="Arial" panose="020B0604020202020204" pitchFamily="34" charset="0"/>
              <a:buChar char="•"/>
            </a:pPr>
            <a:endParaRPr lang="en-GB" sz="1800" b="0" i="0" dirty="0">
              <a:solidFill>
                <a:srgbClr val="000000"/>
              </a:solidFill>
              <a:effectLst/>
              <a:latin typeface="Aptos" panose="020B0004020202020204" pitchFamily="34" charset="0"/>
            </a:endParaRPr>
          </a:p>
          <a:p>
            <a:pPr algn="l" rtl="0" fontAlgn="base">
              <a:lnSpc>
                <a:spcPts val="1564"/>
              </a:lnSpc>
              <a:buFont typeface="Arial" panose="020B0604020202020204" pitchFamily="34" charset="0"/>
              <a:buChar char="•"/>
            </a:pPr>
            <a:r>
              <a:rPr lang="en-GB" sz="1800" b="1" i="0" dirty="0">
                <a:solidFill>
                  <a:srgbClr val="000000"/>
                </a:solidFill>
                <a:effectLst/>
                <a:latin typeface="Aptos" panose="020B0004020202020204" pitchFamily="34" charset="0"/>
              </a:rPr>
              <a:t>Have a revocation plan</a:t>
            </a:r>
            <a:r>
              <a:rPr lang="en-GB" sz="1800" b="0" i="0" dirty="0">
                <a:solidFill>
                  <a:srgbClr val="000000"/>
                </a:solidFill>
                <a:effectLst/>
                <a:latin typeface="Aptos" panose="020B0004020202020204" pitchFamily="34" charset="0"/>
              </a:rPr>
              <a:t> – make sure to have a plan for revoking a SAS key that is compromised. </a:t>
            </a:r>
          </a:p>
          <a:p>
            <a:pPr algn="l" rtl="0" fontAlgn="base">
              <a:lnSpc>
                <a:spcPts val="1564"/>
              </a:lnSpc>
              <a:buFont typeface="Arial" panose="020B0604020202020204" pitchFamily="34" charset="0"/>
              <a:buChar char="•"/>
            </a:pPr>
            <a:endParaRPr lang="en-GB" sz="1800" b="0" i="0" dirty="0">
              <a:solidFill>
                <a:srgbClr val="000000"/>
              </a:solidFill>
              <a:effectLst/>
              <a:latin typeface="Aptos" panose="020B0004020202020204" pitchFamily="34" charset="0"/>
            </a:endParaRPr>
          </a:p>
          <a:p>
            <a:pPr algn="l" rtl="0" fontAlgn="base">
              <a:lnSpc>
                <a:spcPts val="1564"/>
              </a:lnSpc>
              <a:buFont typeface="Arial" panose="020B0604020202020204" pitchFamily="34" charset="0"/>
              <a:buChar char="•"/>
            </a:pPr>
            <a:r>
              <a:rPr lang="en-GB" sz="1800" b="1" i="0" dirty="0">
                <a:solidFill>
                  <a:srgbClr val="000000"/>
                </a:solidFill>
                <a:effectLst/>
                <a:latin typeface="Aptos" panose="020B0004020202020204" pitchFamily="34" charset="0"/>
              </a:rPr>
              <a:t>Have a rotation plan </a:t>
            </a:r>
            <a:r>
              <a:rPr lang="en-GB" sz="1800" b="0" i="0" dirty="0">
                <a:solidFill>
                  <a:srgbClr val="000000"/>
                </a:solidFill>
                <a:effectLst/>
                <a:latin typeface="Aptos" panose="020B0004020202020204" pitchFamily="34" charset="0"/>
              </a:rPr>
              <a:t>– Look to replace the SAS key with new ones at regular intervals by regenerating the SAS key</a:t>
            </a:r>
            <a:r>
              <a:rPr lang="en-GB" sz="1800" b="0" i="0" baseline="30000" dirty="0">
                <a:solidFill>
                  <a:srgbClr val="000000"/>
                </a:solidFill>
                <a:effectLst/>
                <a:latin typeface="Aptos" panose="020B0004020202020204" pitchFamily="34" charset="0"/>
              </a:rPr>
              <a:t>3</a:t>
            </a:r>
            <a:r>
              <a:rPr lang="en-GB" sz="1800" b="0" i="0" dirty="0">
                <a:solidFill>
                  <a:srgbClr val="000000"/>
                </a:solidFill>
                <a:effectLst/>
                <a:latin typeface="Aptos" panose="020B0004020202020204" pitchFamily="34" charset="0"/>
              </a:rPr>
              <a:t>. </a:t>
            </a:r>
          </a:p>
          <a:p>
            <a:pPr lvl="1"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Portal or Rest API</a:t>
            </a:r>
          </a:p>
        </p:txBody>
      </p:sp>
      <p:sp>
        <p:nvSpPr>
          <p:cNvPr id="4" name="Slide Number Placeholder 3"/>
          <p:cNvSpPr>
            <a:spLocks noGrp="1"/>
          </p:cNvSpPr>
          <p:nvPr>
            <p:ph type="sldNum" sz="quarter" idx="5"/>
          </p:nvPr>
        </p:nvSpPr>
        <p:spPr/>
        <p:txBody>
          <a:bodyPr/>
          <a:lstStyle/>
          <a:p>
            <a:fld id="{3F1BB960-8AB5-4E1B-B65E-15E098ED59C1}" type="slidenum">
              <a:rPr lang="en-GB" smtClean="0"/>
              <a:t>9</a:t>
            </a:fld>
            <a:endParaRPr lang="en-GB"/>
          </a:p>
        </p:txBody>
      </p:sp>
    </p:spTree>
    <p:extLst>
      <p:ext uri="{BB962C8B-B14F-4D97-AF65-F5344CB8AC3E}">
        <p14:creationId xmlns:p14="http://schemas.microsoft.com/office/powerpoint/2010/main" val="3612679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4301C-1B20-246F-129A-C57CFA810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F52F8-370E-F0DF-B473-0C1C6DBC8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38923-5BEC-816C-BC8F-11ABE21285E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3D5451F-6E0B-CE05-6EEF-655EFAD57180}"/>
              </a:ext>
            </a:extLst>
          </p:cNvPr>
          <p:cNvSpPr>
            <a:spLocks noGrp="1"/>
          </p:cNvSpPr>
          <p:nvPr>
            <p:ph type="sldNum" sz="quarter" idx="10"/>
          </p:nvPr>
        </p:nvSpPr>
        <p:spPr/>
        <p:txBody>
          <a:bodyPr/>
          <a:lstStyle/>
          <a:p>
            <a:fld id="{3F1BB960-8AB5-4E1B-B65E-15E098ED59C1}" type="slidenum">
              <a:rPr lang="en-GB" smtClean="0"/>
              <a:t>10</a:t>
            </a:fld>
            <a:endParaRPr lang="en-GB"/>
          </a:p>
        </p:txBody>
      </p:sp>
    </p:spTree>
    <p:extLst>
      <p:ext uri="{BB962C8B-B14F-4D97-AF65-F5344CB8AC3E}">
        <p14:creationId xmlns:p14="http://schemas.microsoft.com/office/powerpoint/2010/main" val="2684846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8F43-C449-BF6F-16E9-B734C63D9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3D01B-5C0D-8F4D-FB99-890DECAD8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ABC16-49E1-8678-D04E-3C814B9E8B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CC7A08A-87AD-49B9-D036-06A131F6CCFE}"/>
              </a:ext>
            </a:extLst>
          </p:cNvPr>
          <p:cNvSpPr>
            <a:spLocks noGrp="1"/>
          </p:cNvSpPr>
          <p:nvPr>
            <p:ph type="sldNum" sz="quarter" idx="10"/>
          </p:nvPr>
        </p:nvSpPr>
        <p:spPr/>
        <p:txBody>
          <a:bodyPr/>
          <a:lstStyle/>
          <a:p>
            <a:fld id="{3F1BB960-8AB5-4E1B-B65E-15E098ED59C1}" type="slidenum">
              <a:rPr lang="en-GB" smtClean="0"/>
              <a:t>11</a:t>
            </a:fld>
            <a:endParaRPr lang="en-GB"/>
          </a:p>
        </p:txBody>
      </p:sp>
    </p:spTree>
    <p:extLst>
      <p:ext uri="{BB962C8B-B14F-4D97-AF65-F5344CB8AC3E}">
        <p14:creationId xmlns:p14="http://schemas.microsoft.com/office/powerpoint/2010/main" val="577900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D466-4C21-6A42-FC31-01A1B4F45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B3B72-AE98-8D32-CDE9-8B7991F22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D36CF-687B-5C1F-29F4-F46769C8A0A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C4A697F-5736-C000-1413-A461C7A23448}"/>
              </a:ext>
            </a:extLst>
          </p:cNvPr>
          <p:cNvSpPr>
            <a:spLocks noGrp="1"/>
          </p:cNvSpPr>
          <p:nvPr>
            <p:ph type="sldNum" sz="quarter" idx="10"/>
          </p:nvPr>
        </p:nvSpPr>
        <p:spPr/>
        <p:txBody>
          <a:bodyPr/>
          <a:lstStyle/>
          <a:p>
            <a:fld id="{3F1BB960-8AB5-4E1B-B65E-15E098ED59C1}" type="slidenum">
              <a:rPr lang="en-GB" smtClean="0"/>
              <a:t>12</a:t>
            </a:fld>
            <a:endParaRPr lang="en-GB"/>
          </a:p>
        </p:txBody>
      </p:sp>
    </p:spTree>
    <p:extLst>
      <p:ext uri="{BB962C8B-B14F-4D97-AF65-F5344CB8AC3E}">
        <p14:creationId xmlns:p14="http://schemas.microsoft.com/office/powerpoint/2010/main" val="2573547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8F005-D1AB-6242-B2EE-C56D11320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DB044-0DFB-19BD-C00E-F7A255C47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EC481-72FA-44EB-EFE0-CA12DC24983B}"/>
              </a:ext>
            </a:extLst>
          </p:cNvPr>
          <p:cNvSpPr>
            <a:spLocks noGrp="1"/>
          </p:cNvSpPr>
          <p:nvPr>
            <p:ph type="body" idx="1"/>
          </p:nvPr>
        </p:nvSpPr>
        <p:spPr/>
        <p:txBody>
          <a:bodyPr/>
          <a:lstStyle/>
          <a:p>
            <a:r>
              <a:rPr lang="en-GB" dirty="0"/>
              <a:t>APIM Components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b="1" i="0" dirty="0">
                <a:solidFill>
                  <a:srgbClr val="404040"/>
                </a:solidFill>
                <a:effectLst/>
                <a:latin typeface="-apple-system"/>
              </a:rPr>
              <a:t>Azure Role Assignment</a:t>
            </a:r>
            <a:r>
              <a:rPr lang="en-GB" b="0" i="0" dirty="0">
                <a:solidFill>
                  <a:srgbClr val="404040"/>
                </a:solidFill>
                <a:effectLst/>
                <a:latin typeface="-apple-system"/>
              </a:rPr>
              <a:t> - This is the authorisation system that we will use to assign APIMs </a:t>
            </a:r>
            <a:r>
              <a:rPr lang="en-GB" b="0" i="0" u="none" strike="noStrike" dirty="0">
                <a:solidFill>
                  <a:srgbClr val="337AB7"/>
                </a:solidFill>
                <a:effectLst/>
                <a:latin typeface="-apple-system"/>
                <a:hlinkClick r:id="rId3"/>
              </a:rPr>
              <a:t>System Assigned Managed Identity</a:t>
            </a:r>
            <a:r>
              <a:rPr lang="en-GB" b="0" i="0" dirty="0">
                <a:solidFill>
                  <a:srgbClr val="404040"/>
                </a:solidFill>
                <a:effectLst/>
                <a:latin typeface="-apple-system"/>
              </a:rPr>
              <a:t> access to the applications Key Vault, specifically the sig secret.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b="0" i="0" dirty="0">
              <a:solidFill>
                <a:srgbClr val="404040"/>
              </a:solidFill>
              <a:effectLst/>
              <a:latin typeface="-apple-system"/>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dirty="0"/>
          </a:p>
          <a:p>
            <a:pPr algn="l">
              <a:buFont typeface="+mj-lt"/>
              <a:buNone/>
            </a:pPr>
            <a:r>
              <a:rPr lang="en-GB" b="1" i="0" dirty="0">
                <a:solidFill>
                  <a:srgbClr val="404040"/>
                </a:solidFill>
                <a:effectLst/>
                <a:latin typeface="-apple-system"/>
              </a:rPr>
              <a:t>2. APIM Backend</a:t>
            </a:r>
            <a:r>
              <a:rPr lang="en-GB" b="0" i="0" dirty="0">
                <a:solidFill>
                  <a:srgbClr val="404040"/>
                </a:solidFill>
                <a:effectLst/>
                <a:latin typeface="-apple-system"/>
              </a:rPr>
              <a:t> - APIM Backend is an </a:t>
            </a:r>
            <a:r>
              <a:rPr lang="en-GB" b="1" i="0" dirty="0">
                <a:solidFill>
                  <a:srgbClr val="404040"/>
                </a:solidFill>
                <a:effectLst/>
                <a:latin typeface="-apple-system"/>
              </a:rPr>
              <a:t>HTTP service that implements a front-end API</a:t>
            </a:r>
            <a:r>
              <a:rPr lang="en-GB" b="0" i="0" dirty="0">
                <a:solidFill>
                  <a:srgbClr val="404040"/>
                </a:solidFill>
                <a:effectLst/>
                <a:latin typeface="-apple-system"/>
              </a:rPr>
              <a:t>. </a:t>
            </a:r>
          </a:p>
          <a:p>
            <a:pPr marL="742950" lvl="1" indent="-285750" algn="l">
              <a:buFont typeface="+mj-lt"/>
              <a:buAutoNum type="arabicPeriod"/>
            </a:pPr>
            <a:r>
              <a:rPr lang="en-GB" b="0" i="0" dirty="0">
                <a:solidFill>
                  <a:srgbClr val="404040"/>
                </a:solidFill>
                <a:effectLst/>
                <a:latin typeface="-apple-system"/>
              </a:rPr>
              <a:t>Setting up the Backend means that we can </a:t>
            </a:r>
            <a:r>
              <a:rPr lang="en-GB" b="1" i="0" dirty="0">
                <a:solidFill>
                  <a:srgbClr val="404040"/>
                </a:solidFill>
                <a:effectLst/>
                <a:latin typeface="-apple-system"/>
              </a:rPr>
              <a:t>abstract backend service information, promoting reusability and improved governance.</a:t>
            </a:r>
          </a:p>
          <a:p>
            <a:pPr marL="742950" lvl="1" indent="-285750" algn="l">
              <a:buFont typeface="+mj-lt"/>
              <a:buAutoNum type="arabicPeriod"/>
            </a:pPr>
            <a:endParaRPr lang="en-GB" b="0" i="0" dirty="0">
              <a:solidFill>
                <a:srgbClr val="404040"/>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1" i="0" dirty="0">
                <a:solidFill>
                  <a:srgbClr val="404040"/>
                </a:solidFill>
                <a:effectLst/>
                <a:latin typeface="-apple-system"/>
              </a:rPr>
              <a:t>3. APIM Named Values</a:t>
            </a:r>
            <a:r>
              <a:rPr lang="en-GB" b="0" i="0" dirty="0">
                <a:solidFill>
                  <a:srgbClr val="404040"/>
                </a:solidFill>
                <a:effectLst/>
                <a:latin typeface="-apple-system"/>
              </a:rPr>
              <a:t> - This is a </a:t>
            </a:r>
            <a:r>
              <a:rPr lang="en-GB" b="1" i="0" dirty="0">
                <a:solidFill>
                  <a:srgbClr val="404040"/>
                </a:solidFill>
                <a:effectLst/>
                <a:latin typeface="-apple-system"/>
              </a:rPr>
              <a:t>global collection of name/value pairs </a:t>
            </a:r>
            <a:r>
              <a:rPr lang="en-GB" b="0" i="0" dirty="0">
                <a:solidFill>
                  <a:srgbClr val="404040"/>
                </a:solidFill>
                <a:effectLst/>
                <a:latin typeface="-apple-system"/>
              </a:rPr>
              <a:t>within the APIM Instance. Using APIM Policies we can use Named Values to further API configuration. Named Values can store </a:t>
            </a:r>
            <a:r>
              <a:rPr lang="en-GB" b="1" i="0" dirty="0">
                <a:solidFill>
                  <a:srgbClr val="404040"/>
                </a:solidFill>
                <a:effectLst/>
                <a:latin typeface="-apple-system"/>
              </a:rPr>
              <a:t>constant string values</a:t>
            </a:r>
            <a:r>
              <a:rPr lang="en-GB" b="0" i="0" dirty="0">
                <a:solidFill>
                  <a:srgbClr val="404040"/>
                </a:solidFill>
                <a:effectLst/>
                <a:latin typeface="-apple-system"/>
              </a:rPr>
              <a:t>, </a:t>
            </a:r>
            <a:r>
              <a:rPr lang="en-GB" b="1" i="0" dirty="0">
                <a:solidFill>
                  <a:srgbClr val="404040"/>
                </a:solidFill>
                <a:effectLst/>
                <a:latin typeface="-apple-system"/>
              </a:rPr>
              <a:t>secrets</a:t>
            </a:r>
            <a:r>
              <a:rPr lang="en-GB" b="0" i="0" dirty="0">
                <a:solidFill>
                  <a:srgbClr val="404040"/>
                </a:solidFill>
                <a:effectLst/>
                <a:latin typeface="-apple-system"/>
              </a:rPr>
              <a:t>, </a:t>
            </a:r>
            <a:r>
              <a:rPr lang="en-GB" b="1" i="0" dirty="0">
                <a:solidFill>
                  <a:srgbClr val="404040"/>
                </a:solidFill>
                <a:effectLst/>
                <a:latin typeface="-apple-system"/>
              </a:rPr>
              <a:t>or more importantly Key Vault references to secrets.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b="0" i="0" dirty="0">
              <a:solidFill>
                <a:srgbClr val="404040"/>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1" i="0" dirty="0">
                <a:solidFill>
                  <a:srgbClr val="404040"/>
                </a:solidFill>
                <a:effectLst/>
                <a:latin typeface="-apple-system"/>
              </a:rPr>
              <a:t>4. APIM API and API Operations</a:t>
            </a:r>
            <a:r>
              <a:rPr lang="en-GB" b="0" i="0" dirty="0">
                <a:solidFill>
                  <a:srgbClr val="404040"/>
                </a:solidFill>
                <a:effectLst/>
                <a:latin typeface="-apple-system"/>
              </a:rPr>
              <a:t> - Represents a set of available operations with each containing a reference to a backend service that implements the API.</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b="1" i="0" dirty="0">
              <a:solidFill>
                <a:srgbClr val="404040"/>
              </a:solidFill>
              <a:effectLst/>
              <a:latin typeface="-apple-system"/>
            </a:endParaRPr>
          </a:p>
          <a:p>
            <a:pPr algn="l">
              <a:buFont typeface="+mj-lt"/>
              <a:buNone/>
            </a:pPr>
            <a:r>
              <a:rPr lang="en-GB" b="1" i="0" dirty="0">
                <a:solidFill>
                  <a:srgbClr val="404040"/>
                </a:solidFill>
                <a:effectLst/>
                <a:latin typeface="-apple-system"/>
              </a:rPr>
              <a:t>5. APIM Policies</a:t>
            </a:r>
            <a:r>
              <a:rPr lang="en-GB" b="0" i="0" dirty="0">
                <a:solidFill>
                  <a:srgbClr val="404040"/>
                </a:solidFill>
                <a:effectLst/>
                <a:latin typeface="-apple-system"/>
              </a:rPr>
              <a:t> - Policies are </a:t>
            </a:r>
            <a:r>
              <a:rPr lang="en-GB" b="1" i="0" dirty="0">
                <a:solidFill>
                  <a:srgbClr val="404040"/>
                </a:solidFill>
                <a:effectLst/>
                <a:latin typeface="-apple-system"/>
              </a:rPr>
              <a:t>statements that are run sequentially </a:t>
            </a:r>
            <a:r>
              <a:rPr lang="en-GB" b="0" i="0" dirty="0">
                <a:solidFill>
                  <a:srgbClr val="404040"/>
                </a:solidFill>
                <a:effectLst/>
                <a:latin typeface="-apple-system"/>
              </a:rPr>
              <a:t>on a </a:t>
            </a:r>
            <a:r>
              <a:rPr lang="en-GB" b="1" i="0" dirty="0">
                <a:solidFill>
                  <a:srgbClr val="404040"/>
                </a:solidFill>
                <a:effectLst/>
                <a:latin typeface="-apple-system"/>
              </a:rPr>
              <a:t>given request or response </a:t>
            </a:r>
            <a:r>
              <a:rPr lang="en-GB" b="0" i="0" dirty="0">
                <a:solidFill>
                  <a:srgbClr val="404040"/>
                </a:solidFill>
                <a:effectLst/>
                <a:latin typeface="-apple-system"/>
              </a:rPr>
              <a:t>for an API. These statements </a:t>
            </a:r>
            <a:r>
              <a:rPr lang="en-GB" b="1" i="0" dirty="0">
                <a:solidFill>
                  <a:srgbClr val="404040"/>
                </a:solidFill>
                <a:effectLst/>
                <a:latin typeface="-apple-system"/>
              </a:rPr>
              <a:t>further our ability to configure the API </a:t>
            </a:r>
            <a:r>
              <a:rPr lang="en-GB" b="0" i="0" dirty="0">
                <a:solidFill>
                  <a:srgbClr val="404040"/>
                </a:solidFill>
                <a:effectLst/>
                <a:latin typeface="-apple-system"/>
              </a:rPr>
              <a:t>and its </a:t>
            </a:r>
            <a:r>
              <a:rPr lang="en-GB" b="1" i="0" dirty="0">
                <a:solidFill>
                  <a:srgbClr val="404040"/>
                </a:solidFill>
                <a:effectLst/>
                <a:latin typeface="-apple-system"/>
              </a:rPr>
              <a:t>abilities</a:t>
            </a:r>
            <a:r>
              <a:rPr lang="en-GB" b="0" i="0" dirty="0">
                <a:solidFill>
                  <a:srgbClr val="404040"/>
                </a:solidFill>
                <a:effectLst/>
                <a:latin typeface="-apple-system"/>
              </a:rPr>
              <a:t> such as </a:t>
            </a:r>
            <a:r>
              <a:rPr lang="en-GB" b="1" i="0" dirty="0">
                <a:solidFill>
                  <a:srgbClr val="404040"/>
                </a:solidFill>
                <a:effectLst/>
                <a:latin typeface="-apple-system"/>
              </a:rPr>
              <a:t>adding further parameters</a:t>
            </a:r>
            <a:r>
              <a:rPr lang="en-GB" b="0" i="0" dirty="0">
                <a:solidFill>
                  <a:srgbClr val="404040"/>
                </a:solidFill>
                <a:effectLst/>
                <a:latin typeface="-apple-system"/>
              </a:rPr>
              <a:t>, setting a </a:t>
            </a:r>
            <a:r>
              <a:rPr lang="en-GB" b="1" i="0" dirty="0">
                <a:solidFill>
                  <a:srgbClr val="404040"/>
                </a:solidFill>
                <a:effectLst/>
                <a:latin typeface="-apple-system"/>
              </a:rPr>
              <a:t>backend</a:t>
            </a:r>
            <a:r>
              <a:rPr lang="en-GB" b="0" i="0" dirty="0">
                <a:solidFill>
                  <a:srgbClr val="404040"/>
                </a:solidFill>
                <a:effectLst/>
                <a:latin typeface="-apple-system"/>
              </a:rPr>
              <a:t>, making use of </a:t>
            </a:r>
            <a:r>
              <a:rPr lang="en-GB" b="1" i="0" dirty="0">
                <a:solidFill>
                  <a:srgbClr val="404040"/>
                </a:solidFill>
                <a:effectLst/>
                <a:latin typeface="-apple-system"/>
              </a:rPr>
              <a:t>configured Named Values</a:t>
            </a:r>
            <a:r>
              <a:rPr lang="en-GB" b="0" i="0" dirty="0">
                <a:solidFill>
                  <a:srgbClr val="404040"/>
                </a:solidFill>
                <a:effectLst/>
                <a:latin typeface="-apple-system"/>
              </a:rPr>
              <a:t>.</a:t>
            </a:r>
          </a:p>
          <a:p>
            <a:endParaRPr lang="en-GB" dirty="0"/>
          </a:p>
        </p:txBody>
      </p:sp>
      <p:sp>
        <p:nvSpPr>
          <p:cNvPr id="4" name="Slide Number Placeholder 3">
            <a:extLst>
              <a:ext uri="{FF2B5EF4-FFF2-40B4-BE49-F238E27FC236}">
                <a16:creationId xmlns:a16="http://schemas.microsoft.com/office/drawing/2014/main" id="{87FEC7C3-06B3-34BB-7226-ABFD3C6DE360}"/>
              </a:ext>
            </a:extLst>
          </p:cNvPr>
          <p:cNvSpPr>
            <a:spLocks noGrp="1"/>
          </p:cNvSpPr>
          <p:nvPr>
            <p:ph type="sldNum" sz="quarter" idx="10"/>
          </p:nvPr>
        </p:nvSpPr>
        <p:spPr/>
        <p:txBody>
          <a:bodyPr/>
          <a:lstStyle/>
          <a:p>
            <a:fld id="{3F1BB960-8AB5-4E1B-B65E-15E098ED59C1}" type="slidenum">
              <a:rPr lang="en-GB" smtClean="0"/>
              <a:t>13</a:t>
            </a:fld>
            <a:endParaRPr lang="en-GB"/>
          </a:p>
        </p:txBody>
      </p:sp>
    </p:spTree>
    <p:extLst>
      <p:ext uri="{BB962C8B-B14F-4D97-AF65-F5344CB8AC3E}">
        <p14:creationId xmlns:p14="http://schemas.microsoft.com/office/powerpoint/2010/main" val="1225324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37B7-B16F-A20E-1815-8DAC80BC7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35F40-1DCB-ACA6-A26F-5DDDACDC3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7D0E9-E465-4743-307C-C5ED6476757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6AAD9B9-5009-4737-FB65-732E20ED2633}"/>
              </a:ext>
            </a:extLst>
          </p:cNvPr>
          <p:cNvSpPr>
            <a:spLocks noGrp="1"/>
          </p:cNvSpPr>
          <p:nvPr>
            <p:ph type="sldNum" sz="quarter" idx="10"/>
          </p:nvPr>
        </p:nvSpPr>
        <p:spPr/>
        <p:txBody>
          <a:bodyPr/>
          <a:lstStyle/>
          <a:p>
            <a:fld id="{3F1BB960-8AB5-4E1B-B65E-15E098ED59C1}" type="slidenum">
              <a:rPr lang="en-GB" smtClean="0"/>
              <a:t>14</a:t>
            </a:fld>
            <a:endParaRPr lang="en-GB"/>
          </a:p>
        </p:txBody>
      </p:sp>
    </p:spTree>
    <p:extLst>
      <p:ext uri="{BB962C8B-B14F-4D97-AF65-F5344CB8AC3E}">
        <p14:creationId xmlns:p14="http://schemas.microsoft.com/office/powerpoint/2010/main" val="1244162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DFEE-4EED-8DEB-92E3-E3A9DAF73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BE1F4-8786-2A42-1EB6-C1FE52C60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39A40-42BC-BED9-E626-DF66542A7D00}"/>
              </a:ext>
            </a:extLst>
          </p:cNvPr>
          <p:cNvSpPr>
            <a:spLocks noGrp="1"/>
          </p:cNvSpPr>
          <p:nvPr>
            <p:ph type="body" idx="1"/>
          </p:nvPr>
        </p:nvSpPr>
        <p:spPr/>
        <p:txBody>
          <a:bodyPr/>
          <a:lstStyle/>
          <a:p>
            <a:pPr algn="l" rtl="0" fontAlgn="base">
              <a:lnSpc>
                <a:spcPts val="1564"/>
              </a:lnSpc>
              <a:buFont typeface="+mj-lt"/>
              <a:buAutoNum type="arabicPeriod"/>
            </a:pPr>
            <a:r>
              <a:rPr lang="en-GB" sz="1800" b="0" i="0" dirty="0">
                <a:solidFill>
                  <a:srgbClr val="000000"/>
                </a:solidFill>
                <a:effectLst/>
                <a:latin typeface="Aptos" panose="020B0004020202020204" pitchFamily="34" charset="0"/>
              </a:rPr>
              <a:t>The logic app workflow SAS keys are stored and accessed securely.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This requires strict implementation of Principal of Least Privilege (RBAC) and Application Security Boundaries. </a:t>
            </a:r>
          </a:p>
          <a:p>
            <a:pPr algn="l" rtl="0" fontAlgn="base">
              <a:lnSpc>
                <a:spcPts val="1564"/>
              </a:lnSpc>
              <a:buFont typeface="+mj-lt"/>
              <a:buAutoNum type="arabicPeriod" startAt="2"/>
            </a:pPr>
            <a:r>
              <a:rPr lang="en-GB" sz="1800" b="0" i="0" dirty="0">
                <a:solidFill>
                  <a:srgbClr val="000000"/>
                </a:solidFill>
                <a:effectLst/>
                <a:latin typeface="Aptos" panose="020B0004020202020204" pitchFamily="34" charset="0"/>
              </a:rPr>
              <a:t>SAS key best practices are fully adhered to: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Always use HTTPS.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Have a revocation plan.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Have a rotation plan. </a:t>
            </a:r>
          </a:p>
        </p:txBody>
      </p:sp>
      <p:sp>
        <p:nvSpPr>
          <p:cNvPr id="4" name="Slide Number Placeholder 3">
            <a:extLst>
              <a:ext uri="{FF2B5EF4-FFF2-40B4-BE49-F238E27FC236}">
                <a16:creationId xmlns:a16="http://schemas.microsoft.com/office/drawing/2014/main" id="{99D5D8D8-269F-A14C-8B0B-019A15B3E432}"/>
              </a:ext>
            </a:extLst>
          </p:cNvPr>
          <p:cNvSpPr>
            <a:spLocks noGrp="1"/>
          </p:cNvSpPr>
          <p:nvPr>
            <p:ph type="sldNum" sz="quarter" idx="5"/>
          </p:nvPr>
        </p:nvSpPr>
        <p:spPr/>
        <p:txBody>
          <a:bodyPr/>
          <a:lstStyle/>
          <a:p>
            <a:fld id="{3F1BB960-8AB5-4E1B-B65E-15E098ED59C1}" type="slidenum">
              <a:rPr lang="en-GB" smtClean="0"/>
              <a:t>15</a:t>
            </a:fld>
            <a:endParaRPr lang="en-GB"/>
          </a:p>
        </p:txBody>
      </p:sp>
    </p:spTree>
    <p:extLst>
      <p:ext uri="{BB962C8B-B14F-4D97-AF65-F5344CB8AC3E}">
        <p14:creationId xmlns:p14="http://schemas.microsoft.com/office/powerpoint/2010/main" val="3954478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A8365-F66E-2AC4-4B0C-A4B7654AE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13823-FAAD-6306-6DAC-DE03B938D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5353E-170E-C35B-8B45-D22D69DF6755}"/>
              </a:ext>
            </a:extLst>
          </p:cNvPr>
          <p:cNvSpPr>
            <a:spLocks noGrp="1"/>
          </p:cNvSpPr>
          <p:nvPr>
            <p:ph type="body" idx="1"/>
          </p:nvPr>
        </p:nvSpPr>
        <p:spPr/>
        <p:txBody>
          <a:bodyPr/>
          <a:lstStyle/>
          <a:p>
            <a:pPr algn="l" rtl="0" fontAlgn="base">
              <a:lnSpc>
                <a:spcPts val="1564"/>
              </a:lnSpc>
              <a:buFont typeface="+mj-lt"/>
              <a:buAutoNum type="arabicPeriod"/>
            </a:pPr>
            <a:r>
              <a:rPr lang="en-GB" sz="1800" b="0" i="0" dirty="0">
                <a:solidFill>
                  <a:srgbClr val="000000"/>
                </a:solidFill>
                <a:effectLst/>
                <a:latin typeface="Aptos" panose="020B0004020202020204" pitchFamily="34" charset="0"/>
              </a:rPr>
              <a:t>The logic app workflow SAS keys are stored and accessed securely.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This requires strict implementation of Principal of Least Privilege (RBAC) and Application Security Boundaries. </a:t>
            </a:r>
          </a:p>
          <a:p>
            <a:pPr algn="l" rtl="0" fontAlgn="base">
              <a:lnSpc>
                <a:spcPts val="1564"/>
              </a:lnSpc>
              <a:buFont typeface="+mj-lt"/>
              <a:buAutoNum type="arabicPeriod" startAt="2"/>
            </a:pPr>
            <a:r>
              <a:rPr lang="en-GB" sz="1800" b="0" i="0" dirty="0">
                <a:solidFill>
                  <a:srgbClr val="000000"/>
                </a:solidFill>
                <a:effectLst/>
                <a:latin typeface="Aptos" panose="020B0004020202020204" pitchFamily="34" charset="0"/>
              </a:rPr>
              <a:t>SAS key best practices are fully adhered to: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Always use HTTPS.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Have a revocation plan. </a:t>
            </a:r>
          </a:p>
          <a:p>
            <a:pPr lvl="1" algn="l" rtl="0" fontAlgn="base">
              <a:lnSpc>
                <a:spcPts val="1564"/>
              </a:lnSpc>
              <a:buFont typeface="+mj-lt"/>
              <a:buAutoNum type="arabicPeriod"/>
            </a:pPr>
            <a:r>
              <a:rPr lang="en-GB" sz="1800" b="0" i="0" dirty="0">
                <a:solidFill>
                  <a:srgbClr val="000000"/>
                </a:solidFill>
                <a:effectLst/>
                <a:latin typeface="Aptos" panose="020B0004020202020204" pitchFamily="34" charset="0"/>
              </a:rPr>
              <a:t>Have a rotation plan. </a:t>
            </a:r>
          </a:p>
        </p:txBody>
      </p:sp>
      <p:sp>
        <p:nvSpPr>
          <p:cNvPr id="4" name="Slide Number Placeholder 3">
            <a:extLst>
              <a:ext uri="{FF2B5EF4-FFF2-40B4-BE49-F238E27FC236}">
                <a16:creationId xmlns:a16="http://schemas.microsoft.com/office/drawing/2014/main" id="{94435BB3-7F9A-8CC0-17C2-370E1EE8584E}"/>
              </a:ext>
            </a:extLst>
          </p:cNvPr>
          <p:cNvSpPr>
            <a:spLocks noGrp="1"/>
          </p:cNvSpPr>
          <p:nvPr>
            <p:ph type="sldNum" sz="quarter" idx="5"/>
          </p:nvPr>
        </p:nvSpPr>
        <p:spPr/>
        <p:txBody>
          <a:bodyPr/>
          <a:lstStyle/>
          <a:p>
            <a:fld id="{3F1BB960-8AB5-4E1B-B65E-15E098ED59C1}" type="slidenum">
              <a:rPr lang="en-GB" smtClean="0"/>
              <a:t>16</a:t>
            </a:fld>
            <a:endParaRPr lang="en-GB"/>
          </a:p>
        </p:txBody>
      </p:sp>
    </p:spTree>
    <p:extLst>
      <p:ext uri="{BB962C8B-B14F-4D97-AF65-F5344CB8AC3E}">
        <p14:creationId xmlns:p14="http://schemas.microsoft.com/office/powerpoint/2010/main" val="1249062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4F0B-D8C1-2976-D009-D3D29A844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A52DD-14D2-8A99-1AB0-7EFA94F49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F3B46-C3A3-155C-9CDA-7B27796A1CA2}"/>
              </a:ext>
            </a:extLst>
          </p:cNvPr>
          <p:cNvSpPr>
            <a:spLocks noGrp="1"/>
          </p:cNvSpPr>
          <p:nvPr>
            <p:ph type="body" idx="1"/>
          </p:nvPr>
        </p:nvSpPr>
        <p:spPr/>
        <p:txBody>
          <a:bodyPr/>
          <a:lstStyle/>
          <a:p>
            <a:r>
              <a:rPr lang="en-GB" sz="1800" b="0" i="0" u="none" strike="noStrike" dirty="0">
                <a:solidFill>
                  <a:srgbClr val="337AB7"/>
                </a:solidFill>
                <a:effectLst/>
                <a:latin typeface="-apple-system"/>
                <a:hlinkClick r:id="rId3"/>
              </a:rPr>
              <a:t>Easy Auth</a:t>
            </a:r>
            <a:r>
              <a:rPr lang="en-GB" sz="1800" b="0" i="0" dirty="0">
                <a:solidFill>
                  <a:srgbClr val="404040"/>
                </a:solidFill>
                <a:effectLst/>
                <a:latin typeface="-apple-system"/>
              </a:rPr>
              <a:t> is a </a:t>
            </a:r>
            <a:r>
              <a:rPr lang="en-GB" sz="1800" b="1" i="0" dirty="0">
                <a:solidFill>
                  <a:srgbClr val="404040"/>
                </a:solidFill>
                <a:effectLst/>
                <a:latin typeface="-apple-system"/>
              </a:rPr>
              <a:t>built-in authentication and authorisation </a:t>
            </a:r>
            <a:r>
              <a:rPr lang="en-GB" sz="1800" b="0" i="0" dirty="0">
                <a:solidFill>
                  <a:srgbClr val="404040"/>
                </a:solidFill>
                <a:effectLst/>
                <a:latin typeface="-apple-system"/>
              </a:rPr>
              <a:t>capability provided by </a:t>
            </a:r>
            <a:r>
              <a:rPr lang="en-GB" sz="1800" b="1" i="0" dirty="0">
                <a:solidFill>
                  <a:srgbClr val="404040"/>
                </a:solidFill>
                <a:effectLst/>
                <a:latin typeface="-apple-system"/>
              </a:rPr>
              <a:t>Azure App Services </a:t>
            </a:r>
            <a:r>
              <a:rPr lang="en-GB" sz="1800" b="0" i="0" dirty="0">
                <a:solidFill>
                  <a:srgbClr val="404040"/>
                </a:solidFill>
                <a:effectLst/>
                <a:latin typeface="-apple-system"/>
              </a:rPr>
              <a:t>and Azure </a:t>
            </a:r>
            <a:r>
              <a:rPr lang="en-GB" sz="1800" b="1" i="0" dirty="0">
                <a:solidFill>
                  <a:srgbClr val="404040"/>
                </a:solidFill>
                <a:effectLst/>
                <a:latin typeface="-apple-system"/>
              </a:rPr>
              <a:t>Functions</a:t>
            </a:r>
            <a:r>
              <a:rPr lang="en-GB" sz="1800" b="0" i="0" dirty="0">
                <a:solidFill>
                  <a:srgbClr val="404040"/>
                </a:solidFill>
                <a:effectLst/>
                <a:latin typeface="-apple-system"/>
              </a:rPr>
              <a:t>. </a:t>
            </a:r>
          </a:p>
          <a:p>
            <a:endParaRPr lang="en-GB" sz="1800" b="0" i="0" dirty="0">
              <a:solidFill>
                <a:srgbClr val="404040"/>
              </a:solidFill>
              <a:effectLst/>
              <a:latin typeface="-apple-system"/>
            </a:endParaRPr>
          </a:p>
          <a:p>
            <a:r>
              <a:rPr lang="en-GB" sz="1800" b="0" i="0" dirty="0">
                <a:solidFill>
                  <a:srgbClr val="404040"/>
                </a:solidFill>
                <a:effectLst/>
                <a:latin typeface="-apple-system"/>
              </a:rPr>
              <a:t>Easy Auth makes </a:t>
            </a:r>
            <a:r>
              <a:rPr lang="en-GB" sz="1800" b="1" i="0" dirty="0">
                <a:solidFill>
                  <a:srgbClr val="404040"/>
                </a:solidFill>
                <a:effectLst/>
                <a:latin typeface="-apple-system"/>
              </a:rPr>
              <a:t>use</a:t>
            </a:r>
            <a:r>
              <a:rPr lang="en-GB" sz="1800" b="0" i="0" dirty="0">
                <a:solidFill>
                  <a:srgbClr val="404040"/>
                </a:solidFill>
                <a:effectLst/>
                <a:latin typeface="-apple-system"/>
              </a:rPr>
              <a:t> of </a:t>
            </a:r>
            <a:r>
              <a:rPr lang="en-GB" sz="1800" b="1" i="0" dirty="0">
                <a:solidFill>
                  <a:srgbClr val="404040"/>
                </a:solidFill>
                <a:effectLst/>
                <a:latin typeface="-apple-system"/>
              </a:rPr>
              <a:t>federated identity </a:t>
            </a:r>
            <a:r>
              <a:rPr lang="en-GB" sz="1800" b="0" i="0" dirty="0">
                <a:solidFill>
                  <a:srgbClr val="404040"/>
                </a:solidFill>
                <a:effectLst/>
                <a:latin typeface="-apple-system"/>
              </a:rPr>
              <a:t>whereby a </a:t>
            </a:r>
            <a:r>
              <a:rPr lang="en-GB" sz="1800" b="1" i="0" dirty="0">
                <a:solidFill>
                  <a:srgbClr val="404040"/>
                </a:solidFill>
                <a:effectLst/>
                <a:latin typeface="-apple-system"/>
              </a:rPr>
              <a:t>third-party identity provider manages </a:t>
            </a:r>
            <a:r>
              <a:rPr lang="en-GB" sz="1800" b="0" i="0" dirty="0">
                <a:solidFill>
                  <a:srgbClr val="404040"/>
                </a:solidFill>
                <a:effectLst/>
                <a:latin typeface="-apple-system"/>
              </a:rPr>
              <a:t>the user </a:t>
            </a:r>
            <a:r>
              <a:rPr lang="en-GB" sz="1800" b="1" i="0" dirty="0">
                <a:solidFill>
                  <a:srgbClr val="404040"/>
                </a:solidFill>
                <a:effectLst/>
                <a:latin typeface="-apple-system"/>
              </a:rPr>
              <a:t>identities</a:t>
            </a:r>
            <a:r>
              <a:rPr lang="en-GB" sz="1800" b="0" i="0" dirty="0">
                <a:solidFill>
                  <a:srgbClr val="404040"/>
                </a:solidFill>
                <a:effectLst/>
                <a:latin typeface="-apple-system"/>
              </a:rPr>
              <a:t> and </a:t>
            </a:r>
            <a:r>
              <a:rPr lang="en-GB" sz="1800" b="1" i="0" dirty="0">
                <a:solidFill>
                  <a:srgbClr val="404040"/>
                </a:solidFill>
                <a:effectLst/>
                <a:latin typeface="-apple-system"/>
              </a:rPr>
              <a:t>authentication flow for you</a:t>
            </a:r>
            <a:r>
              <a:rPr lang="en-GB" sz="1800" b="0" i="0" dirty="0">
                <a:solidFill>
                  <a:srgbClr val="404040"/>
                </a:solidFill>
                <a:effectLst/>
                <a:latin typeface="-apple-system"/>
              </a:rPr>
              <a:t>.</a:t>
            </a:r>
          </a:p>
          <a:p>
            <a:endParaRPr lang="en-GB" sz="1800" b="0" i="0" dirty="0">
              <a:solidFill>
                <a:srgbClr val="404040"/>
              </a:solidFill>
              <a:effectLst/>
              <a:latin typeface="-apple-system"/>
            </a:endParaRPr>
          </a:p>
          <a:p>
            <a:r>
              <a:rPr lang="en-GB" sz="1800" b="0" i="0" dirty="0">
                <a:solidFill>
                  <a:srgbClr val="404040"/>
                </a:solidFill>
                <a:effectLst/>
                <a:latin typeface="-apple-system"/>
              </a:rPr>
              <a:t>Fortunately for us, Standard Logic Apps have the same foundations as Azure Functions and therefore Easy Auth is also extended to Logic Apps Standard.</a:t>
            </a:r>
          </a:p>
          <a:p>
            <a:endParaRPr lang="en-GB" sz="1800" b="0" i="0" dirty="0">
              <a:solidFill>
                <a:srgbClr val="404040"/>
              </a:solidFill>
              <a:effectLst/>
              <a:latin typeface="-apple-system"/>
            </a:endParaRPr>
          </a:p>
          <a:p>
            <a:r>
              <a:rPr lang="en-GB" sz="1800" b="0" i="0" dirty="0">
                <a:solidFill>
                  <a:srgbClr val="404040"/>
                </a:solidFill>
                <a:effectLst/>
                <a:latin typeface="-apple-system"/>
              </a:rPr>
              <a:t>How does it work…</a:t>
            </a:r>
          </a:p>
          <a:p>
            <a:endParaRPr lang="en-GB" sz="1800" b="0" i="0" dirty="0">
              <a:solidFill>
                <a:srgbClr val="404040"/>
              </a:solidFill>
              <a:effectLst/>
              <a:latin typeface="-apple-system"/>
            </a:endParaRPr>
          </a:p>
          <a:p>
            <a:r>
              <a:rPr lang="en-GB" sz="1800" b="0" i="0" dirty="0">
                <a:solidFill>
                  <a:srgbClr val="404040"/>
                </a:solidFill>
                <a:effectLst/>
                <a:latin typeface="-apple-system"/>
              </a:rPr>
              <a:t>Easy Auth is a </a:t>
            </a:r>
            <a:r>
              <a:rPr lang="en-GB" sz="1800" b="1" i="0" dirty="0">
                <a:solidFill>
                  <a:srgbClr val="404040"/>
                </a:solidFill>
                <a:effectLst/>
                <a:latin typeface="-apple-system"/>
              </a:rPr>
              <a:t>platform feature </a:t>
            </a:r>
            <a:r>
              <a:rPr lang="en-GB" sz="1800" b="0" i="0" dirty="0">
                <a:solidFill>
                  <a:srgbClr val="404040"/>
                </a:solidFill>
                <a:effectLst/>
                <a:latin typeface="-apple-system"/>
              </a:rPr>
              <a:t>running on </a:t>
            </a:r>
            <a:r>
              <a:rPr lang="en-GB" sz="1800" b="1" i="0" dirty="0">
                <a:solidFill>
                  <a:srgbClr val="404040"/>
                </a:solidFill>
                <a:effectLst/>
                <a:latin typeface="-apple-system"/>
              </a:rPr>
              <a:t>the same virtual machine as your application</a:t>
            </a:r>
            <a:r>
              <a:rPr lang="en-GB" sz="1800" b="0" i="0" dirty="0">
                <a:solidFill>
                  <a:srgbClr val="404040"/>
                </a:solidFill>
                <a:effectLst/>
                <a:latin typeface="-apple-system"/>
              </a:rPr>
              <a:t>. </a:t>
            </a:r>
          </a:p>
          <a:p>
            <a:endParaRPr lang="en-GB" sz="1800" b="0" i="0" dirty="0">
              <a:solidFill>
                <a:srgbClr val="404040"/>
              </a:solidFill>
              <a:effectLst/>
              <a:latin typeface="-apple-system"/>
            </a:endParaRPr>
          </a:p>
          <a:p>
            <a:r>
              <a:rPr lang="en-GB" sz="1800" b="0" i="0" dirty="0">
                <a:solidFill>
                  <a:srgbClr val="404040"/>
                </a:solidFill>
                <a:effectLst/>
                <a:latin typeface="-apple-system"/>
              </a:rPr>
              <a:t>Once enabled, </a:t>
            </a:r>
            <a:r>
              <a:rPr lang="en-GB" sz="1800" b="1" i="0" dirty="0">
                <a:solidFill>
                  <a:srgbClr val="404040"/>
                </a:solidFill>
                <a:effectLst/>
                <a:latin typeface="-apple-system"/>
              </a:rPr>
              <a:t>any incoming HTTP requests</a:t>
            </a:r>
            <a:r>
              <a:rPr lang="en-GB" sz="1800" b="0" i="0" dirty="0">
                <a:solidFill>
                  <a:srgbClr val="404040"/>
                </a:solidFill>
                <a:effectLst/>
                <a:latin typeface="-apple-system"/>
              </a:rPr>
              <a:t> will </a:t>
            </a:r>
            <a:r>
              <a:rPr lang="en-GB" sz="1800" b="1" i="0" dirty="0">
                <a:solidFill>
                  <a:srgbClr val="404040"/>
                </a:solidFill>
                <a:effectLst/>
                <a:latin typeface="-apple-system"/>
              </a:rPr>
              <a:t>pass through </a:t>
            </a:r>
            <a:r>
              <a:rPr lang="en-GB" sz="1800" b="0" i="0" dirty="0">
                <a:solidFill>
                  <a:srgbClr val="404040"/>
                </a:solidFill>
                <a:effectLst/>
                <a:latin typeface="-apple-system"/>
              </a:rPr>
              <a:t>this feature </a:t>
            </a:r>
            <a:r>
              <a:rPr lang="en-GB" sz="1800" b="1" i="0" dirty="0">
                <a:solidFill>
                  <a:srgbClr val="404040"/>
                </a:solidFill>
                <a:effectLst/>
                <a:latin typeface="-apple-system"/>
              </a:rPr>
              <a:t>prior to being handled </a:t>
            </a:r>
            <a:r>
              <a:rPr lang="en-GB" sz="1800" b="0" i="0" dirty="0">
                <a:solidFill>
                  <a:srgbClr val="404040"/>
                </a:solidFill>
                <a:effectLst/>
                <a:latin typeface="-apple-system"/>
              </a:rPr>
              <a:t>by your </a:t>
            </a:r>
            <a:r>
              <a:rPr lang="en-GB" sz="1800" b="1" i="0" dirty="0">
                <a:solidFill>
                  <a:srgbClr val="404040"/>
                </a:solidFill>
                <a:effectLst/>
                <a:latin typeface="-apple-system"/>
              </a:rPr>
              <a:t>application</a:t>
            </a:r>
            <a:r>
              <a:rPr lang="en-GB" sz="1800" b="0" i="0" dirty="0">
                <a:solidFill>
                  <a:srgbClr val="404040"/>
                </a:solidFill>
                <a:effectLst/>
                <a:latin typeface="-apple-system"/>
              </a:rPr>
              <a:t>.</a:t>
            </a:r>
          </a:p>
          <a:p>
            <a:endParaRPr lang="en-GB" sz="1800" b="0" i="0" dirty="0">
              <a:solidFill>
                <a:srgbClr val="404040"/>
              </a:solidFill>
              <a:effectLst/>
              <a:latin typeface="-apple-system"/>
            </a:endParaRPr>
          </a:p>
          <a:p>
            <a:r>
              <a:rPr lang="en-GB" sz="1800" b="0" i="0" dirty="0">
                <a:solidFill>
                  <a:srgbClr val="404040"/>
                </a:solidFill>
                <a:effectLst/>
                <a:latin typeface="-apple-system"/>
              </a:rPr>
              <a:t>Easy Auth </a:t>
            </a:r>
            <a:r>
              <a:rPr lang="en-GB" sz="1800" b="1" i="0" dirty="0">
                <a:solidFill>
                  <a:srgbClr val="404040"/>
                </a:solidFill>
                <a:effectLst/>
                <a:latin typeface="-apple-system"/>
              </a:rPr>
              <a:t>runs separately from your application code </a:t>
            </a:r>
            <a:r>
              <a:rPr lang="en-GB" sz="1800" b="0" i="0" dirty="0">
                <a:solidFill>
                  <a:srgbClr val="404040"/>
                </a:solidFill>
                <a:effectLst/>
                <a:latin typeface="-apple-system"/>
              </a:rPr>
              <a:t>and can be configured using </a:t>
            </a:r>
            <a:r>
              <a:rPr lang="en-GB" sz="1800" b="1" i="0" dirty="0">
                <a:solidFill>
                  <a:srgbClr val="404040"/>
                </a:solidFill>
                <a:effectLst/>
                <a:latin typeface="-apple-system"/>
              </a:rPr>
              <a:t>ARM</a:t>
            </a:r>
            <a:r>
              <a:rPr lang="en-GB" sz="1800" b="0" i="0" dirty="0">
                <a:solidFill>
                  <a:srgbClr val="404040"/>
                </a:solidFill>
                <a:effectLst/>
                <a:latin typeface="-apple-system"/>
              </a:rPr>
              <a:t> settings or using a </a:t>
            </a:r>
            <a:r>
              <a:rPr lang="en-GB" sz="1800" b="1" i="0" dirty="0">
                <a:solidFill>
                  <a:srgbClr val="404040"/>
                </a:solidFill>
                <a:effectLst/>
                <a:latin typeface="-apple-system"/>
              </a:rPr>
              <a:t>configuration file</a:t>
            </a:r>
            <a:r>
              <a:rPr lang="en-GB" sz="1800" b="0" i="0" dirty="0">
                <a:solidFill>
                  <a:srgbClr val="404040"/>
                </a:solidFill>
                <a:effectLst/>
                <a:latin typeface="-apple-system"/>
              </a:rPr>
              <a:t>.</a:t>
            </a:r>
            <a:endParaRPr lang="en-GB" sz="1800" dirty="0"/>
          </a:p>
          <a:p>
            <a:pPr algn="l" rtl="0" fontAlgn="base">
              <a:lnSpc>
                <a:spcPts val="1564"/>
              </a:lnSpc>
              <a:buFont typeface="+mj-lt"/>
              <a:buNone/>
            </a:pPr>
            <a:endParaRPr lang="en-GB" sz="1800" b="0" i="0" dirty="0">
              <a:solidFill>
                <a:srgbClr val="000000"/>
              </a:solidFill>
              <a:effectLst/>
              <a:latin typeface="Aptos" panose="020B0004020202020204" pitchFamily="34" charset="0"/>
            </a:endParaRPr>
          </a:p>
        </p:txBody>
      </p:sp>
      <p:sp>
        <p:nvSpPr>
          <p:cNvPr id="4" name="Slide Number Placeholder 3">
            <a:extLst>
              <a:ext uri="{FF2B5EF4-FFF2-40B4-BE49-F238E27FC236}">
                <a16:creationId xmlns:a16="http://schemas.microsoft.com/office/drawing/2014/main" id="{F9FD342D-904E-1D9A-2C61-B2A3E2401332}"/>
              </a:ext>
            </a:extLst>
          </p:cNvPr>
          <p:cNvSpPr>
            <a:spLocks noGrp="1"/>
          </p:cNvSpPr>
          <p:nvPr>
            <p:ph type="sldNum" sz="quarter" idx="5"/>
          </p:nvPr>
        </p:nvSpPr>
        <p:spPr/>
        <p:txBody>
          <a:bodyPr/>
          <a:lstStyle/>
          <a:p>
            <a:fld id="{3F1BB960-8AB5-4E1B-B65E-15E098ED59C1}" type="slidenum">
              <a:rPr lang="en-GB" smtClean="0"/>
              <a:t>17</a:t>
            </a:fld>
            <a:endParaRPr lang="en-GB"/>
          </a:p>
        </p:txBody>
      </p:sp>
    </p:spTree>
    <p:extLst>
      <p:ext uri="{BB962C8B-B14F-4D97-AF65-F5344CB8AC3E}">
        <p14:creationId xmlns:p14="http://schemas.microsoft.com/office/powerpoint/2010/main" val="3589402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31083-11D2-AB6F-A43D-BE8BC3C73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E48CD-5310-85FA-9A74-62C88D974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E2A84-86DE-8327-DACA-28EB49BC4E25}"/>
              </a:ext>
            </a:extLst>
          </p:cNvPr>
          <p:cNvSpPr>
            <a:spLocks noGrp="1"/>
          </p:cNvSpPr>
          <p:nvPr>
            <p:ph type="body" idx="1"/>
          </p:nvPr>
        </p:nvSpPr>
        <p:spPr/>
        <p:txBody>
          <a:bodyPr/>
          <a:lstStyle/>
          <a:p>
            <a:pPr algn="l" rtl="0" fontAlgn="base">
              <a:lnSpc>
                <a:spcPts val="1564"/>
              </a:lnSpc>
              <a:spcAft>
                <a:spcPts val="800"/>
              </a:spcAft>
            </a:pPr>
            <a:r>
              <a:rPr lang="en-GB" sz="1800" b="0" i="0" dirty="0">
                <a:solidFill>
                  <a:srgbClr val="000000"/>
                </a:solidFill>
                <a:effectLst/>
                <a:latin typeface="Aptos" panose="020B0004020202020204" pitchFamily="34" charset="0"/>
              </a:rPr>
              <a:t>In short, both methods are valid mechanisms in securing your integration workflows behind API Management. Where possible, implement Easy Auth due to stronger security through identity. If the decision is to use SAS keys, make sure to take count of the wider picture and best practices: </a:t>
            </a:r>
            <a:endParaRPr lang="en-GB" sz="2800" b="0" i="0" dirty="0">
              <a:solidFill>
                <a:srgbClr val="000000"/>
              </a:solidFill>
              <a:effectLst/>
              <a:latin typeface="Aptos" panose="020B0004020202020204" pitchFamily="34" charset="0"/>
            </a:endParaRPr>
          </a:p>
          <a:p>
            <a:pPr lvl="1"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Securely store and protect access to the SAS keys. </a:t>
            </a:r>
          </a:p>
          <a:p>
            <a:pPr lvl="1"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Adhere to SAS key best practices: </a:t>
            </a:r>
          </a:p>
          <a:p>
            <a:pPr lvl="2"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Always use HTTPS. </a:t>
            </a:r>
          </a:p>
          <a:p>
            <a:pPr lvl="2"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Have a revocation plan. </a:t>
            </a:r>
          </a:p>
          <a:p>
            <a:pPr lvl="2" algn="l" rtl="0" fontAlgn="base">
              <a:lnSpc>
                <a:spcPts val="1564"/>
              </a:lnSpc>
              <a:buFont typeface="Arial" panose="020B0604020202020204" pitchFamily="34" charset="0"/>
              <a:buChar char="•"/>
            </a:pPr>
            <a:r>
              <a:rPr lang="en-GB" sz="1800" b="0" i="0" dirty="0">
                <a:solidFill>
                  <a:srgbClr val="000000"/>
                </a:solidFill>
                <a:effectLst/>
                <a:latin typeface="Aptos" panose="020B0004020202020204" pitchFamily="34" charset="0"/>
              </a:rPr>
              <a:t>Have a rotation plan. </a:t>
            </a:r>
          </a:p>
          <a:p>
            <a:pPr algn="l" rtl="0" fontAlgn="base">
              <a:lnSpc>
                <a:spcPts val="1564"/>
              </a:lnSpc>
              <a:buFont typeface="+mj-lt"/>
              <a:buNone/>
            </a:pPr>
            <a:endParaRPr lang="en-GB" sz="1800" b="0" i="0" dirty="0">
              <a:solidFill>
                <a:srgbClr val="000000"/>
              </a:solidFill>
              <a:effectLst/>
              <a:latin typeface="Aptos" panose="020B0004020202020204" pitchFamily="34" charset="0"/>
            </a:endParaRPr>
          </a:p>
        </p:txBody>
      </p:sp>
      <p:sp>
        <p:nvSpPr>
          <p:cNvPr id="4" name="Slide Number Placeholder 3">
            <a:extLst>
              <a:ext uri="{FF2B5EF4-FFF2-40B4-BE49-F238E27FC236}">
                <a16:creationId xmlns:a16="http://schemas.microsoft.com/office/drawing/2014/main" id="{CF692B05-A38F-C004-8C98-412CEC2DEE4E}"/>
              </a:ext>
            </a:extLst>
          </p:cNvPr>
          <p:cNvSpPr>
            <a:spLocks noGrp="1"/>
          </p:cNvSpPr>
          <p:nvPr>
            <p:ph type="sldNum" sz="quarter" idx="5"/>
          </p:nvPr>
        </p:nvSpPr>
        <p:spPr/>
        <p:txBody>
          <a:bodyPr/>
          <a:lstStyle/>
          <a:p>
            <a:fld id="{3F1BB960-8AB5-4E1B-B65E-15E098ED59C1}" type="slidenum">
              <a:rPr lang="en-GB" smtClean="0"/>
              <a:t>18</a:t>
            </a:fld>
            <a:endParaRPr lang="en-GB"/>
          </a:p>
        </p:txBody>
      </p:sp>
    </p:spTree>
    <p:extLst>
      <p:ext uri="{BB962C8B-B14F-4D97-AF65-F5344CB8AC3E}">
        <p14:creationId xmlns:p14="http://schemas.microsoft.com/office/powerpoint/2010/main" val="3701600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7695-CD50-2846-2A0C-E222DA14C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72AC3-E7D5-B289-E0A6-7953DE573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C9379-45A8-50B7-01BB-33C1BAE3BA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7AD1C6-0E18-0041-88B8-5685462B914A}"/>
              </a:ext>
            </a:extLst>
          </p:cNvPr>
          <p:cNvSpPr>
            <a:spLocks noGrp="1"/>
          </p:cNvSpPr>
          <p:nvPr>
            <p:ph type="sldNum" sz="quarter" idx="5"/>
          </p:nvPr>
        </p:nvSpPr>
        <p:spPr/>
        <p:txBody>
          <a:bodyPr/>
          <a:lstStyle/>
          <a:p>
            <a:fld id="{3F1BB960-8AB5-4E1B-B65E-15E098ED59C1}" type="slidenum">
              <a:rPr lang="en-GB" smtClean="0"/>
              <a:t>19</a:t>
            </a:fld>
            <a:endParaRPr lang="en-GB"/>
          </a:p>
        </p:txBody>
      </p:sp>
    </p:spTree>
    <p:extLst>
      <p:ext uri="{BB962C8B-B14F-4D97-AF65-F5344CB8AC3E}">
        <p14:creationId xmlns:p14="http://schemas.microsoft.com/office/powerpoint/2010/main" val="3185498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9691CEC-AC8E-4E77-BE7D-33E92DAF7C29}"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4284239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691CEC-AC8E-4E77-BE7D-33E92DAF7C29}"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345600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91CEC-AC8E-4E77-BE7D-33E92DAF7C29}"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248620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A9691CEC-AC8E-4E77-BE7D-33E92DAF7C29}"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1470680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9691CEC-AC8E-4E77-BE7D-33E92DAF7C29}" type="datetimeFigureOut">
              <a:rPr lang="en-GB" smtClean="0"/>
              <a:t>21/02/2025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4072252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9691CEC-AC8E-4E77-BE7D-33E92DAF7C29}" type="datetimeFigureOut">
              <a:rPr lang="en-GB" smtClean="0"/>
              <a:t>21/02/2025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199736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691CEC-AC8E-4E77-BE7D-33E92DAF7C29}" type="datetimeFigureOut">
              <a:rPr lang="en-GB" smtClean="0"/>
              <a:t>21/02/2025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1318086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691CEC-AC8E-4E77-BE7D-33E92DAF7C29}"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188688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691CEC-AC8E-4E77-BE7D-33E92DAF7C29}" type="datetimeFigureOut">
              <a:rPr lang="en-GB" smtClean="0"/>
              <a:t>21/02/2025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2826200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691CEC-AC8E-4E77-BE7D-33E92DAF7C29}"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354119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691CEC-AC8E-4E77-BE7D-33E92DAF7C29}" type="datetimeFigureOut">
              <a:rPr lang="en-GB" smtClean="0"/>
              <a:t>21/02/2025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4888B3-6288-4638-953B-6CF8C22E4434}" type="slidenum">
              <a:rPr lang="en-GB" smtClean="0"/>
              <a:t>‹#›</a:t>
            </a:fld>
            <a:endParaRPr lang="en-GB"/>
          </a:p>
        </p:txBody>
      </p:sp>
    </p:spTree>
    <p:extLst>
      <p:ext uri="{BB962C8B-B14F-4D97-AF65-F5344CB8AC3E}">
        <p14:creationId xmlns:p14="http://schemas.microsoft.com/office/powerpoint/2010/main" val="3631926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691CEC-AC8E-4E77-BE7D-33E92DAF7C29}" type="datetimeFigureOut">
              <a:rPr lang="en-GB" smtClean="0"/>
              <a:t>21/02/2025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4888B3-6288-4638-953B-6CF8C22E4434}" type="slidenum">
              <a:rPr lang="en-GB" smtClean="0"/>
              <a:t>‹#›</a:t>
            </a:fld>
            <a:endParaRPr lang="en-GB"/>
          </a:p>
        </p:txBody>
      </p:sp>
    </p:spTree>
    <p:extLst>
      <p:ext uri="{BB962C8B-B14F-4D97-AF65-F5344CB8AC3E}">
        <p14:creationId xmlns:p14="http://schemas.microsoft.com/office/powerpoint/2010/main" val="3766568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image" Target="../media/image28.emf"/><Relationship Id="rId3" Type="http://schemas.openxmlformats.org/officeDocument/2006/relationships/image" Target="../media/image18.emf"/><Relationship Id="rId7" Type="http://schemas.openxmlformats.org/officeDocument/2006/relationships/image" Target="../media/image22.emf"/><Relationship Id="rId12" Type="http://schemas.openxmlformats.org/officeDocument/2006/relationships/image" Target="../media/image27.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1.emf"/><Relationship Id="rId11" Type="http://schemas.openxmlformats.org/officeDocument/2006/relationships/image" Target="../media/image26.emf"/><Relationship Id="rId5" Type="http://schemas.openxmlformats.org/officeDocument/2006/relationships/image" Target="../media/image20.emf"/><Relationship Id="rId10" Type="http://schemas.openxmlformats.org/officeDocument/2006/relationships/image" Target="../media/image25.emf"/><Relationship Id="rId4" Type="http://schemas.openxmlformats.org/officeDocument/2006/relationships/image" Target="../media/image19.emf"/><Relationship Id="rId9" Type="http://schemas.openxmlformats.org/officeDocument/2006/relationships/image" Target="../media/image24.emf"/><Relationship Id="rId14" Type="http://schemas.openxmlformats.org/officeDocument/2006/relationships/image" Target="../media/image29.emf"/></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24C6-41A6-5DDD-3598-F2A6D68009EB}"/>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608FC0E8-D96C-ADA1-D18D-C438469500A4}"/>
              </a:ext>
            </a:extLst>
          </p:cNvPr>
          <p:cNvSpPr>
            <a:spLocks noGrp="1"/>
          </p:cNvSpPr>
          <p:nvPr>
            <p:ph type="subTitle" idx="1"/>
          </p:nvPr>
        </p:nvSpPr>
        <p:spPr/>
        <p:txBody>
          <a:bodyPr/>
          <a:lstStyle/>
          <a:p>
            <a:endParaRPr lang="en-GB"/>
          </a:p>
        </p:txBody>
      </p:sp>
      <p:pic>
        <p:nvPicPr>
          <p:cNvPr id="5" name="Picture 4" descr="A purple background with a person in a white shirt&#10;&#10;AI-generated content may be incorrect.">
            <a:extLst>
              <a:ext uri="{FF2B5EF4-FFF2-40B4-BE49-F238E27FC236}">
                <a16:creationId xmlns:a16="http://schemas.microsoft.com/office/drawing/2014/main" id="{AA5DE7D0-0E87-4940-48B6-58C52B2FF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6225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52D90"/>
        </a:solidFill>
        <a:effectLst/>
      </p:bgPr>
    </p:bg>
    <p:spTree>
      <p:nvGrpSpPr>
        <p:cNvPr id="1" name=""/>
        <p:cNvGrpSpPr/>
        <p:nvPr/>
      </p:nvGrpSpPr>
      <p:grpSpPr>
        <a:xfrm>
          <a:off x="0" y="0"/>
          <a:ext cx="0" cy="0"/>
          <a:chOff x="0" y="0"/>
          <a:chExt cx="0" cy="0"/>
        </a:xfrm>
      </p:grpSpPr>
      <p:pic>
        <p:nvPicPr>
          <p:cNvPr id="4" name="Picture 3" descr="A purple background with a person in a white shirt&#10;&#10;AI-generated content may be incorrect.">
            <a:extLst>
              <a:ext uri="{FF2B5EF4-FFF2-40B4-BE49-F238E27FC236}">
                <a16:creationId xmlns:a16="http://schemas.microsoft.com/office/drawing/2014/main" id="{FD6EB903-C64C-A5FF-9C4B-6CA3B2B2DE17}"/>
              </a:ext>
            </a:extLst>
          </p:cNvPr>
          <p:cNvPicPr>
            <a:picLocks noChangeAspect="1"/>
          </p:cNvPicPr>
          <p:nvPr/>
        </p:nvPicPr>
        <p:blipFill>
          <a:blip r:embed="rId3">
            <a:extLst>
              <a:ext uri="{28A0092B-C50C-407E-A947-70E740481C1C}">
                <a14:useLocalDpi xmlns:a14="http://schemas.microsoft.com/office/drawing/2010/main" val="0"/>
              </a:ext>
            </a:extLst>
          </a:blip>
          <a:srcRect t="45356" r="2244" b="46553"/>
          <a:stretch/>
        </p:blipFill>
        <p:spPr>
          <a:xfrm>
            <a:off x="140678" y="2158297"/>
            <a:ext cx="11918462" cy="554892"/>
          </a:xfrm>
          <a:prstGeom prst="rect">
            <a:avLst/>
          </a:prstGeom>
        </p:spPr>
      </p:pic>
      <p:pic>
        <p:nvPicPr>
          <p:cNvPr id="7" name="Picture 6" descr="A purple background with a person in a white shirt&#10;&#10;AI-generated content may be incorrect.">
            <a:extLst>
              <a:ext uri="{FF2B5EF4-FFF2-40B4-BE49-F238E27FC236}">
                <a16:creationId xmlns:a16="http://schemas.microsoft.com/office/drawing/2014/main" id="{625B2B1A-E5E2-3DF1-76BE-7D21DCC662FE}"/>
              </a:ext>
            </a:extLst>
          </p:cNvPr>
          <p:cNvPicPr>
            <a:picLocks noChangeAspect="1"/>
          </p:cNvPicPr>
          <p:nvPr/>
        </p:nvPicPr>
        <p:blipFill>
          <a:blip r:embed="rId3">
            <a:extLst>
              <a:ext uri="{28A0092B-C50C-407E-A947-70E740481C1C}">
                <a14:useLocalDpi xmlns:a14="http://schemas.microsoft.com/office/drawing/2010/main" val="0"/>
              </a:ext>
            </a:extLst>
          </a:blip>
          <a:srcRect t="59031" b="11339"/>
          <a:stretch/>
        </p:blipFill>
        <p:spPr>
          <a:xfrm>
            <a:off x="0" y="2713189"/>
            <a:ext cx="12192000" cy="2032001"/>
          </a:xfrm>
          <a:prstGeom prst="rect">
            <a:avLst/>
          </a:prstGeom>
        </p:spPr>
      </p:pic>
      <p:pic>
        <p:nvPicPr>
          <p:cNvPr id="8" name="Picture 7" descr="A purple background with a person in a white shirt&#10;&#10;AI-generated content may be incorrect.">
            <a:extLst>
              <a:ext uri="{FF2B5EF4-FFF2-40B4-BE49-F238E27FC236}">
                <a16:creationId xmlns:a16="http://schemas.microsoft.com/office/drawing/2014/main" id="{90DDAFB1-94BF-093A-9954-ACCA64467D4B}"/>
              </a:ext>
            </a:extLst>
          </p:cNvPr>
          <p:cNvPicPr>
            <a:picLocks noChangeAspect="1"/>
          </p:cNvPicPr>
          <p:nvPr/>
        </p:nvPicPr>
        <p:blipFill>
          <a:blip r:embed="rId3">
            <a:extLst>
              <a:ext uri="{28A0092B-C50C-407E-A947-70E740481C1C}">
                <a14:useLocalDpi xmlns:a14="http://schemas.microsoft.com/office/drawing/2010/main" val="0"/>
              </a:ext>
            </a:extLst>
          </a:blip>
          <a:srcRect t="10713" b="62963"/>
          <a:stretch/>
        </p:blipFill>
        <p:spPr>
          <a:xfrm>
            <a:off x="8144256" y="217892"/>
            <a:ext cx="6339840" cy="938784"/>
          </a:xfrm>
          <a:prstGeom prst="rect">
            <a:avLst/>
          </a:prstGeom>
        </p:spPr>
      </p:pic>
    </p:spTree>
    <p:extLst>
      <p:ext uri="{BB962C8B-B14F-4D97-AF65-F5344CB8AC3E}">
        <p14:creationId xmlns:p14="http://schemas.microsoft.com/office/powerpoint/2010/main" val="510346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4A4A8D4F-F04E-4244-B6D7-E6A7D5667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2361" y="510000"/>
            <a:ext cx="1494724" cy="1100843"/>
          </a:xfrm>
          <a:prstGeom prst="rect">
            <a:avLst/>
          </a:prstGeom>
        </p:spPr>
      </p:pic>
      <p:pic>
        <p:nvPicPr>
          <p:cNvPr id="22" name="Picture 21">
            <a:extLst>
              <a:ext uri="{FF2B5EF4-FFF2-40B4-BE49-F238E27FC236}">
                <a16:creationId xmlns:a16="http://schemas.microsoft.com/office/drawing/2014/main" id="{DC09FCCE-B2F8-4F48-ACE3-5FB3A85154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8898" y="1825920"/>
            <a:ext cx="2782621" cy="1277624"/>
          </a:xfrm>
          <a:prstGeom prst="rect">
            <a:avLst/>
          </a:prstGeom>
        </p:spPr>
      </p:pic>
      <p:pic>
        <p:nvPicPr>
          <p:cNvPr id="3" name="Picture 6">
            <a:extLst>
              <a:ext uri="{FF2B5EF4-FFF2-40B4-BE49-F238E27FC236}">
                <a16:creationId xmlns:a16="http://schemas.microsoft.com/office/drawing/2014/main" id="{C4363895-746F-4585-840C-072C06BE7C09}"/>
              </a:ext>
            </a:extLst>
          </p:cNvPr>
          <p:cNvPicPr>
            <a:picLocks noChangeAspect="1"/>
          </p:cNvPicPr>
          <p:nvPr/>
        </p:nvPicPr>
        <p:blipFill>
          <a:blip r:embed="rId5"/>
          <a:stretch>
            <a:fillRect/>
          </a:stretch>
        </p:blipFill>
        <p:spPr>
          <a:xfrm>
            <a:off x="1753794" y="3684582"/>
            <a:ext cx="5528210" cy="512680"/>
          </a:xfrm>
          <a:prstGeom prst="rect">
            <a:avLst/>
          </a:prstGeom>
        </p:spPr>
      </p:pic>
      <p:pic>
        <p:nvPicPr>
          <p:cNvPr id="8" name="Picture 8" descr="A close up of a logo&#10;&#10;Description generated with very high confidence">
            <a:extLst>
              <a:ext uri="{FF2B5EF4-FFF2-40B4-BE49-F238E27FC236}">
                <a16:creationId xmlns:a16="http://schemas.microsoft.com/office/drawing/2014/main" id="{E2E870AC-5271-458F-8659-C80A764C561A}"/>
              </a:ext>
            </a:extLst>
          </p:cNvPr>
          <p:cNvPicPr>
            <a:picLocks noChangeAspect="1"/>
          </p:cNvPicPr>
          <p:nvPr/>
        </p:nvPicPr>
        <p:blipFill>
          <a:blip r:embed="rId6"/>
          <a:stretch>
            <a:fillRect/>
          </a:stretch>
        </p:blipFill>
        <p:spPr>
          <a:xfrm>
            <a:off x="776020" y="1837363"/>
            <a:ext cx="2744242" cy="1271284"/>
          </a:xfrm>
          <a:prstGeom prst="rect">
            <a:avLst/>
          </a:prstGeom>
        </p:spPr>
      </p:pic>
      <p:sp>
        <p:nvSpPr>
          <p:cNvPr id="24" name="Title 23">
            <a:extLst>
              <a:ext uri="{FF2B5EF4-FFF2-40B4-BE49-F238E27FC236}">
                <a16:creationId xmlns:a16="http://schemas.microsoft.com/office/drawing/2014/main" id="{FF5BB8B6-2A75-D642-3173-D0C6C5BCD3FB}"/>
              </a:ext>
            </a:extLst>
          </p:cNvPr>
          <p:cNvSpPr>
            <a:spLocks noGrp="1"/>
          </p:cNvSpPr>
          <p:nvPr>
            <p:ph type="title"/>
          </p:nvPr>
        </p:nvSpPr>
        <p:spPr/>
        <p:txBody>
          <a:bodyPr/>
          <a:lstStyle/>
          <a:p>
            <a:r>
              <a:rPr lang="en-GB" dirty="0">
                <a:latin typeface="Agfa Rotis Sans Serif" panose="02000606080000020004" pitchFamily="2" charset="0"/>
              </a:rPr>
              <a:t>Thank you to our Sponsors!</a:t>
            </a:r>
          </a:p>
        </p:txBody>
      </p:sp>
      <p:pic>
        <p:nvPicPr>
          <p:cNvPr id="6" name="Picture 5" descr="A blue and black logo&#10;&#10;Description automatically generated">
            <a:extLst>
              <a:ext uri="{FF2B5EF4-FFF2-40B4-BE49-F238E27FC236}">
                <a16:creationId xmlns:a16="http://schemas.microsoft.com/office/drawing/2014/main" id="{A89F8B38-119E-1182-A018-0F18E52F85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66655" y="2137736"/>
            <a:ext cx="3808931" cy="772261"/>
          </a:xfrm>
          <a:prstGeom prst="rect">
            <a:avLst/>
          </a:prstGeom>
        </p:spPr>
      </p:pic>
      <p:pic>
        <p:nvPicPr>
          <p:cNvPr id="11" name="Picture 10" descr="A yellow circle with black text&#10;&#10;Description automatically generated">
            <a:extLst>
              <a:ext uri="{FF2B5EF4-FFF2-40B4-BE49-F238E27FC236}">
                <a16:creationId xmlns:a16="http://schemas.microsoft.com/office/drawing/2014/main" id="{C051169E-9ADC-658C-5A1A-8BB5C1D565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50446" y="4368825"/>
            <a:ext cx="1960075" cy="1960075"/>
          </a:xfrm>
          <a:prstGeom prst="rect">
            <a:avLst/>
          </a:prstGeom>
        </p:spPr>
      </p:pic>
      <p:pic>
        <p:nvPicPr>
          <p:cNvPr id="15" name="Picture 14" descr="A blue text on a white background&#10;&#10;Description automatically generated">
            <a:extLst>
              <a:ext uri="{FF2B5EF4-FFF2-40B4-BE49-F238E27FC236}">
                <a16:creationId xmlns:a16="http://schemas.microsoft.com/office/drawing/2014/main" id="{2B5AC8CC-E36D-2352-6860-08E0D516D05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66969" y="5069558"/>
            <a:ext cx="3667432" cy="879712"/>
          </a:xfrm>
          <a:prstGeom prst="rect">
            <a:avLst/>
          </a:prstGeom>
        </p:spPr>
      </p:pic>
      <p:pic>
        <p:nvPicPr>
          <p:cNvPr id="7" name="Picture 6" descr="A green text on a black background&#10;&#10;AI-generated content may be incorrect.">
            <a:extLst>
              <a:ext uri="{FF2B5EF4-FFF2-40B4-BE49-F238E27FC236}">
                <a16:creationId xmlns:a16="http://schemas.microsoft.com/office/drawing/2014/main" id="{91072FBB-F9C6-36D3-65BE-A98C76C52C7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00685" y="3376897"/>
            <a:ext cx="2340869" cy="1316739"/>
          </a:xfrm>
          <a:prstGeom prst="rect">
            <a:avLst/>
          </a:prstGeom>
        </p:spPr>
      </p:pic>
    </p:spTree>
    <p:extLst>
      <p:ext uri="{BB962C8B-B14F-4D97-AF65-F5344CB8AC3E}">
        <p14:creationId xmlns:p14="http://schemas.microsoft.com/office/powerpoint/2010/main" val="2410644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2D90"/>
        </a:solidFill>
        <a:effectLst/>
      </p:bgPr>
    </p:bg>
    <p:spTree>
      <p:nvGrpSpPr>
        <p:cNvPr id="1" name="">
          <a:extLst>
            <a:ext uri="{FF2B5EF4-FFF2-40B4-BE49-F238E27FC236}">
              <a16:creationId xmlns:a16="http://schemas.microsoft.com/office/drawing/2014/main" id="{FC95523C-37A5-8692-3397-B067CB338276}"/>
            </a:ext>
          </a:extLst>
        </p:cNvPr>
        <p:cNvGrpSpPr/>
        <p:nvPr/>
      </p:nvGrpSpPr>
      <p:grpSpPr>
        <a:xfrm>
          <a:off x="0" y="0"/>
          <a:ext cx="0" cy="0"/>
          <a:chOff x="0" y="0"/>
          <a:chExt cx="0" cy="0"/>
        </a:xfrm>
      </p:grpSpPr>
      <p:pic>
        <p:nvPicPr>
          <p:cNvPr id="4" name="Picture 3" descr="A purple background with a person in a white shirt&#10;&#10;AI-generated content may be incorrect.">
            <a:extLst>
              <a:ext uri="{FF2B5EF4-FFF2-40B4-BE49-F238E27FC236}">
                <a16:creationId xmlns:a16="http://schemas.microsoft.com/office/drawing/2014/main" id="{F9240C69-9E1E-4221-6216-CF0432F92358}"/>
              </a:ext>
            </a:extLst>
          </p:cNvPr>
          <p:cNvPicPr>
            <a:picLocks noChangeAspect="1"/>
          </p:cNvPicPr>
          <p:nvPr/>
        </p:nvPicPr>
        <p:blipFill>
          <a:blip r:embed="rId3">
            <a:extLst>
              <a:ext uri="{28A0092B-C50C-407E-A947-70E740481C1C}">
                <a14:useLocalDpi xmlns:a14="http://schemas.microsoft.com/office/drawing/2010/main" val="0"/>
              </a:ext>
            </a:extLst>
          </a:blip>
          <a:srcRect t="45356" r="2244" b="46553"/>
          <a:stretch/>
        </p:blipFill>
        <p:spPr>
          <a:xfrm>
            <a:off x="140678" y="2158297"/>
            <a:ext cx="11918462" cy="554892"/>
          </a:xfrm>
          <a:prstGeom prst="rect">
            <a:avLst/>
          </a:prstGeom>
        </p:spPr>
      </p:pic>
      <p:pic>
        <p:nvPicPr>
          <p:cNvPr id="7" name="Picture 6" descr="A purple background with a person in a white shirt&#10;&#10;AI-generated content may be incorrect.">
            <a:extLst>
              <a:ext uri="{FF2B5EF4-FFF2-40B4-BE49-F238E27FC236}">
                <a16:creationId xmlns:a16="http://schemas.microsoft.com/office/drawing/2014/main" id="{48312FB6-BDAD-4ABE-0BC5-659DBC5295E6}"/>
              </a:ext>
            </a:extLst>
          </p:cNvPr>
          <p:cNvPicPr>
            <a:picLocks noChangeAspect="1"/>
          </p:cNvPicPr>
          <p:nvPr/>
        </p:nvPicPr>
        <p:blipFill>
          <a:blip r:embed="rId3">
            <a:extLst>
              <a:ext uri="{28A0092B-C50C-407E-A947-70E740481C1C}">
                <a14:useLocalDpi xmlns:a14="http://schemas.microsoft.com/office/drawing/2010/main" val="0"/>
              </a:ext>
            </a:extLst>
          </a:blip>
          <a:srcRect t="59031" b="11339"/>
          <a:stretch/>
        </p:blipFill>
        <p:spPr>
          <a:xfrm>
            <a:off x="0" y="2713189"/>
            <a:ext cx="12192000" cy="2032001"/>
          </a:xfrm>
          <a:prstGeom prst="rect">
            <a:avLst/>
          </a:prstGeom>
        </p:spPr>
      </p:pic>
      <p:pic>
        <p:nvPicPr>
          <p:cNvPr id="8" name="Picture 7" descr="A purple background with a person in a white shirt&#10;&#10;AI-generated content may be incorrect.">
            <a:extLst>
              <a:ext uri="{FF2B5EF4-FFF2-40B4-BE49-F238E27FC236}">
                <a16:creationId xmlns:a16="http://schemas.microsoft.com/office/drawing/2014/main" id="{E9296787-1757-0720-B618-9DB80836D9BA}"/>
              </a:ext>
            </a:extLst>
          </p:cNvPr>
          <p:cNvPicPr>
            <a:picLocks noChangeAspect="1"/>
          </p:cNvPicPr>
          <p:nvPr/>
        </p:nvPicPr>
        <p:blipFill>
          <a:blip r:embed="rId3">
            <a:extLst>
              <a:ext uri="{28A0092B-C50C-407E-A947-70E740481C1C}">
                <a14:useLocalDpi xmlns:a14="http://schemas.microsoft.com/office/drawing/2010/main" val="0"/>
              </a:ext>
            </a:extLst>
          </a:blip>
          <a:srcRect t="10713" b="62963"/>
          <a:stretch/>
        </p:blipFill>
        <p:spPr>
          <a:xfrm>
            <a:off x="8144256" y="217892"/>
            <a:ext cx="6339840" cy="938784"/>
          </a:xfrm>
          <a:prstGeom prst="rect">
            <a:avLst/>
          </a:prstGeom>
        </p:spPr>
      </p:pic>
    </p:spTree>
    <p:extLst>
      <p:ext uri="{BB962C8B-B14F-4D97-AF65-F5344CB8AC3E}">
        <p14:creationId xmlns:p14="http://schemas.microsoft.com/office/powerpoint/2010/main" val="11963457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2639-780A-32B5-2949-E3BD3072DC1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9AFFDBE-0482-904D-74AE-A31759593B47}"/>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26BCDC37-0417-BBBF-FA7D-F6B5D52038A5}"/>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FCCC9583-22E0-DF6A-05E5-5D3097A8A837}"/>
              </a:ext>
            </a:extLst>
          </p:cNvPr>
          <p:cNvSpPr>
            <a:spLocks noGrp="1"/>
          </p:cNvSpPr>
          <p:nvPr>
            <p:ph type="title"/>
          </p:nvPr>
        </p:nvSpPr>
        <p:spPr/>
        <p:txBody>
          <a:bodyPr/>
          <a:lstStyle/>
          <a:p>
            <a:endParaRPr lang="en-GB" dirty="0">
              <a:latin typeface="Agfa Rotis Sans Serif" panose="02000606080000020004" pitchFamily="2" charset="0"/>
            </a:endParaRPr>
          </a:p>
        </p:txBody>
      </p:sp>
      <p:pic>
        <p:nvPicPr>
          <p:cNvPr id="2" name="Picture 1">
            <a:extLst>
              <a:ext uri="{FF2B5EF4-FFF2-40B4-BE49-F238E27FC236}">
                <a16:creationId xmlns:a16="http://schemas.microsoft.com/office/drawing/2014/main" id="{EE235776-D761-A184-D5BC-BB487EA0CEF1}"/>
              </a:ext>
            </a:extLst>
          </p:cNvPr>
          <p:cNvPicPr>
            <a:picLocks noChangeAspect="1"/>
          </p:cNvPicPr>
          <p:nvPr/>
        </p:nvPicPr>
        <p:blipFill>
          <a:blip r:embed="rId3"/>
          <a:stretch>
            <a:fillRect/>
          </a:stretch>
        </p:blipFill>
        <p:spPr>
          <a:xfrm>
            <a:off x="976123" y="2319337"/>
            <a:ext cx="2400300" cy="2219325"/>
          </a:xfrm>
          <a:prstGeom prst="rect">
            <a:avLst/>
          </a:prstGeom>
        </p:spPr>
      </p:pic>
      <p:pic>
        <p:nvPicPr>
          <p:cNvPr id="3" name="Picture 2">
            <a:extLst>
              <a:ext uri="{FF2B5EF4-FFF2-40B4-BE49-F238E27FC236}">
                <a16:creationId xmlns:a16="http://schemas.microsoft.com/office/drawing/2014/main" id="{09BE3F52-C8C5-259F-9C7A-4CD6E825C5AE}"/>
              </a:ext>
            </a:extLst>
          </p:cNvPr>
          <p:cNvPicPr>
            <a:picLocks noChangeAspect="1"/>
          </p:cNvPicPr>
          <p:nvPr/>
        </p:nvPicPr>
        <p:blipFill>
          <a:blip r:embed="rId4"/>
          <a:stretch>
            <a:fillRect/>
          </a:stretch>
        </p:blipFill>
        <p:spPr>
          <a:xfrm>
            <a:off x="8169402" y="2319337"/>
            <a:ext cx="2400300" cy="2219325"/>
          </a:xfrm>
          <a:prstGeom prst="rect">
            <a:avLst/>
          </a:prstGeom>
        </p:spPr>
      </p:pic>
      <p:pic>
        <p:nvPicPr>
          <p:cNvPr id="4" name="Picture 3">
            <a:extLst>
              <a:ext uri="{FF2B5EF4-FFF2-40B4-BE49-F238E27FC236}">
                <a16:creationId xmlns:a16="http://schemas.microsoft.com/office/drawing/2014/main" id="{C4741564-C19F-B57E-3054-106EE3CBA08C}"/>
              </a:ext>
            </a:extLst>
          </p:cNvPr>
          <p:cNvPicPr>
            <a:picLocks noChangeAspect="1"/>
          </p:cNvPicPr>
          <p:nvPr/>
        </p:nvPicPr>
        <p:blipFill>
          <a:blip r:embed="rId5"/>
          <a:stretch>
            <a:fillRect/>
          </a:stretch>
        </p:blipFill>
        <p:spPr>
          <a:xfrm>
            <a:off x="3498818" y="3314699"/>
            <a:ext cx="4548188" cy="228600"/>
          </a:xfrm>
          <a:prstGeom prst="rect">
            <a:avLst/>
          </a:prstGeom>
        </p:spPr>
      </p:pic>
      <p:pic>
        <p:nvPicPr>
          <p:cNvPr id="5" name="Picture 4">
            <a:extLst>
              <a:ext uri="{FF2B5EF4-FFF2-40B4-BE49-F238E27FC236}">
                <a16:creationId xmlns:a16="http://schemas.microsoft.com/office/drawing/2014/main" id="{055779D3-C95B-912F-FC45-70B45877C84F}"/>
              </a:ext>
            </a:extLst>
          </p:cNvPr>
          <p:cNvPicPr>
            <a:picLocks noChangeAspect="1"/>
          </p:cNvPicPr>
          <p:nvPr/>
        </p:nvPicPr>
        <p:blipFill>
          <a:blip r:embed="rId6"/>
          <a:stretch>
            <a:fillRect/>
          </a:stretch>
        </p:blipFill>
        <p:spPr>
          <a:xfrm>
            <a:off x="4311682" y="2195512"/>
            <a:ext cx="2995613" cy="2466975"/>
          </a:xfrm>
          <a:prstGeom prst="rect">
            <a:avLst/>
          </a:prstGeom>
        </p:spPr>
      </p:pic>
    </p:spTree>
    <p:extLst>
      <p:ext uri="{BB962C8B-B14F-4D97-AF65-F5344CB8AC3E}">
        <p14:creationId xmlns:p14="http://schemas.microsoft.com/office/powerpoint/2010/main" val="151624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F3B6-6887-BD7C-01E8-1C680D35ED9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A3180EC-2F09-AEFF-0E11-06828B9E2BC4}"/>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FC2D9BEF-C3C8-363C-3A83-35F247BCB145}"/>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C0F58B03-1A90-3A42-93CB-802DB0DB2799}"/>
              </a:ext>
            </a:extLst>
          </p:cNvPr>
          <p:cNvSpPr>
            <a:spLocks noGrp="1"/>
          </p:cNvSpPr>
          <p:nvPr>
            <p:ph type="title"/>
          </p:nvPr>
        </p:nvSpPr>
        <p:spPr/>
        <p:txBody>
          <a:bodyPr/>
          <a:lstStyle/>
          <a:p>
            <a:endParaRPr lang="en-GB" dirty="0">
              <a:latin typeface="Agfa Rotis Sans Serif" panose="02000606080000020004" pitchFamily="2" charset="0"/>
            </a:endParaRPr>
          </a:p>
        </p:txBody>
      </p:sp>
      <p:pic>
        <p:nvPicPr>
          <p:cNvPr id="9" name="Picture 8">
            <a:extLst>
              <a:ext uri="{FF2B5EF4-FFF2-40B4-BE49-F238E27FC236}">
                <a16:creationId xmlns:a16="http://schemas.microsoft.com/office/drawing/2014/main" id="{E850D9DD-E2E4-67A7-81CA-72580C8518AC}"/>
              </a:ext>
            </a:extLst>
          </p:cNvPr>
          <p:cNvPicPr>
            <a:picLocks noChangeAspect="1"/>
          </p:cNvPicPr>
          <p:nvPr/>
        </p:nvPicPr>
        <p:blipFill>
          <a:blip r:embed="rId3"/>
          <a:stretch>
            <a:fillRect/>
          </a:stretch>
        </p:blipFill>
        <p:spPr>
          <a:xfrm>
            <a:off x="3148012" y="1428750"/>
            <a:ext cx="5895975" cy="4000500"/>
          </a:xfrm>
          <a:prstGeom prst="rect">
            <a:avLst/>
          </a:prstGeom>
        </p:spPr>
      </p:pic>
    </p:spTree>
    <p:extLst>
      <p:ext uri="{BB962C8B-B14F-4D97-AF65-F5344CB8AC3E}">
        <p14:creationId xmlns:p14="http://schemas.microsoft.com/office/powerpoint/2010/main" val="18065935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67F4-41F7-D911-845E-21CAC387A1B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91208FDF-62E4-3327-C3EA-F328F2344383}"/>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4CBB8A3-D4C0-1CE1-A1E2-06B7DBA64E2E}"/>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1D3BAE0F-4B0B-8682-247A-7A2A7BB13E33}"/>
              </a:ext>
            </a:extLst>
          </p:cNvPr>
          <p:cNvSpPr>
            <a:spLocks noGrp="1"/>
          </p:cNvSpPr>
          <p:nvPr>
            <p:ph type="title"/>
          </p:nvPr>
        </p:nvSpPr>
        <p:spPr/>
        <p:txBody>
          <a:bodyPr/>
          <a:lstStyle/>
          <a:p>
            <a:endParaRPr lang="en-GB" dirty="0">
              <a:latin typeface="Agfa Rotis Sans Serif" panose="02000606080000020004" pitchFamily="2" charset="0"/>
            </a:endParaRPr>
          </a:p>
        </p:txBody>
      </p:sp>
      <p:sp>
        <p:nvSpPr>
          <p:cNvPr id="10" name="TextBox 9">
            <a:extLst>
              <a:ext uri="{FF2B5EF4-FFF2-40B4-BE49-F238E27FC236}">
                <a16:creationId xmlns:a16="http://schemas.microsoft.com/office/drawing/2014/main" id="{1F955014-B7A0-A818-4DB5-9E4EDC33D4DD}"/>
              </a:ext>
            </a:extLst>
          </p:cNvPr>
          <p:cNvSpPr txBox="1"/>
          <p:nvPr/>
        </p:nvSpPr>
        <p:spPr>
          <a:xfrm>
            <a:off x="838200" y="2136338"/>
            <a:ext cx="11484864" cy="2585323"/>
          </a:xfrm>
          <a:prstGeom prst="rect">
            <a:avLst/>
          </a:prstGeom>
          <a:noFill/>
        </p:spPr>
        <p:txBody>
          <a:bodyPr wrap="square" rtlCol="0">
            <a:spAutoFit/>
          </a:bodyPr>
          <a:lstStyle/>
          <a:p>
            <a:r>
              <a:rPr lang="en-GB" dirty="0">
                <a:latin typeface="Verdana" panose="020B0604030504040204" pitchFamily="34" charset="0"/>
                <a:ea typeface="Verdana" panose="020B0604030504040204" pitchFamily="34" charset="0"/>
              </a:rPr>
              <a:t>https://dddtestlogicapp.azurewebsites.net</a:t>
            </a: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	/api/Workflow1/triggers/When_a_HTTP_request_is_received/invoke?</a:t>
            </a:r>
          </a:p>
          <a:p>
            <a:r>
              <a:rPr lang="en-GB" dirty="0">
                <a:latin typeface="Verdana" panose="020B0604030504040204" pitchFamily="34" charset="0"/>
                <a:ea typeface="Verdana" panose="020B0604030504040204" pitchFamily="34" charset="0"/>
              </a:rPr>
              <a:t>	</a:t>
            </a:r>
            <a:r>
              <a:rPr lang="en-GB" b="1" dirty="0" err="1">
                <a:latin typeface="Verdana" panose="020B0604030504040204" pitchFamily="34" charset="0"/>
                <a:ea typeface="Verdana" panose="020B0604030504040204" pitchFamily="34" charset="0"/>
              </a:rPr>
              <a:t>api</a:t>
            </a:r>
            <a:r>
              <a:rPr lang="en-GB" b="1" dirty="0">
                <a:latin typeface="Verdana" panose="020B0604030504040204" pitchFamily="34" charset="0"/>
                <a:ea typeface="Verdana" panose="020B0604030504040204" pitchFamily="34" charset="0"/>
              </a:rPr>
              <a:t>-version</a:t>
            </a:r>
            <a:r>
              <a:rPr lang="en-GB" dirty="0">
                <a:latin typeface="Verdana" panose="020B0604030504040204" pitchFamily="34" charset="0"/>
                <a:ea typeface="Verdana" panose="020B0604030504040204" pitchFamily="34" charset="0"/>
              </a:rPr>
              <a:t>=2022-05-01&amp;</a:t>
            </a: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SAS query parameters:</a:t>
            </a:r>
          </a:p>
          <a:p>
            <a:r>
              <a:rPr lang="en-GB" dirty="0">
                <a:latin typeface="Verdana" panose="020B0604030504040204" pitchFamily="34" charset="0"/>
                <a:ea typeface="Verdana" panose="020B0604030504040204" pitchFamily="34" charset="0"/>
              </a:rPr>
              <a:t>	</a:t>
            </a:r>
            <a:r>
              <a:rPr lang="en-GB" b="1" dirty="0" err="1">
                <a:latin typeface="Verdana" panose="020B0604030504040204" pitchFamily="34" charset="0"/>
                <a:ea typeface="Verdana" panose="020B0604030504040204" pitchFamily="34" charset="0"/>
              </a:rPr>
              <a:t>sp</a:t>
            </a:r>
            <a:r>
              <a:rPr lang="en-GB" dirty="0">
                <a:latin typeface="Verdana" panose="020B0604030504040204" pitchFamily="34" charset="0"/>
                <a:ea typeface="Verdana" panose="020B0604030504040204" pitchFamily="34" charset="0"/>
              </a:rPr>
              <a:t>=%2Ftriggers%2FWhen_a_HTTP_request_is_received%2Frun&amp;</a:t>
            </a:r>
          </a:p>
          <a:p>
            <a:r>
              <a:rPr lang="en-GB" dirty="0">
                <a:latin typeface="Verdana" panose="020B0604030504040204" pitchFamily="34" charset="0"/>
                <a:ea typeface="Verdana" panose="020B0604030504040204" pitchFamily="34" charset="0"/>
              </a:rPr>
              <a:t>	</a:t>
            </a:r>
            <a:r>
              <a:rPr lang="en-GB" b="1" dirty="0" err="1">
                <a:latin typeface="Verdana" panose="020B0604030504040204" pitchFamily="34" charset="0"/>
                <a:ea typeface="Verdana" panose="020B0604030504040204" pitchFamily="34" charset="0"/>
              </a:rPr>
              <a:t>sv</a:t>
            </a:r>
            <a:r>
              <a:rPr lang="en-GB" dirty="0">
                <a:latin typeface="Verdana" panose="020B0604030504040204" pitchFamily="34" charset="0"/>
                <a:ea typeface="Verdana" panose="020B0604030504040204" pitchFamily="34" charset="0"/>
              </a:rPr>
              <a:t>=1.0&amp;</a:t>
            </a:r>
          </a:p>
          <a:p>
            <a:r>
              <a:rPr lang="en-GB" dirty="0">
                <a:latin typeface="Verdana" panose="020B0604030504040204" pitchFamily="34" charset="0"/>
                <a:ea typeface="Verdana" panose="020B0604030504040204" pitchFamily="34" charset="0"/>
              </a:rPr>
              <a:t>	</a:t>
            </a:r>
            <a:r>
              <a:rPr lang="en-GB" b="1" dirty="0">
                <a:latin typeface="Verdana" panose="020B0604030504040204" pitchFamily="34" charset="0"/>
                <a:ea typeface="Verdana" panose="020B0604030504040204" pitchFamily="34" charset="0"/>
              </a:rPr>
              <a:t>sig</a:t>
            </a:r>
            <a:r>
              <a:rPr lang="en-GB" dirty="0">
                <a:latin typeface="Verdana" panose="020B0604030504040204" pitchFamily="34" charset="0"/>
                <a:ea typeface="Verdana" panose="020B0604030504040204" pitchFamily="34" charset="0"/>
              </a:rPr>
              <a:t>=w9JT9cne3w4sdfoXNx7r9VDJ3isdfsIKmvCu0V2hosdf</a:t>
            </a:r>
          </a:p>
        </p:txBody>
      </p:sp>
    </p:spTree>
    <p:extLst>
      <p:ext uri="{BB962C8B-B14F-4D97-AF65-F5344CB8AC3E}">
        <p14:creationId xmlns:p14="http://schemas.microsoft.com/office/powerpoint/2010/main" val="1151499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1DFEF-7265-99AE-7FC3-F73DF10A5E5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01E2F08-7DC8-EAEF-1B4D-FC821AFCE1DE}"/>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2C1E93B-61BC-6E22-0537-EFB947AE0A31}"/>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5AB4E694-31DD-5232-F09B-6E3185810258}"/>
              </a:ext>
            </a:extLst>
          </p:cNvPr>
          <p:cNvSpPr>
            <a:spLocks noGrp="1"/>
          </p:cNvSpPr>
          <p:nvPr>
            <p:ph type="title"/>
          </p:nvPr>
        </p:nvSpPr>
        <p:spPr/>
        <p:txBody>
          <a:bodyPr/>
          <a:lstStyle/>
          <a:p>
            <a:endParaRPr lang="en-GB" dirty="0">
              <a:latin typeface="Agfa Rotis Sans Serif" panose="02000606080000020004" pitchFamily="2" charset="0"/>
            </a:endParaRPr>
          </a:p>
        </p:txBody>
      </p:sp>
      <p:pic>
        <p:nvPicPr>
          <p:cNvPr id="3" name="Picture 2">
            <a:extLst>
              <a:ext uri="{FF2B5EF4-FFF2-40B4-BE49-F238E27FC236}">
                <a16:creationId xmlns:a16="http://schemas.microsoft.com/office/drawing/2014/main" id="{D3C04B5E-17F1-BE02-7EDE-36A44B4CC8C8}"/>
              </a:ext>
            </a:extLst>
          </p:cNvPr>
          <p:cNvPicPr>
            <a:picLocks noChangeAspect="1"/>
          </p:cNvPicPr>
          <p:nvPr/>
        </p:nvPicPr>
        <p:blipFill>
          <a:blip r:embed="rId3"/>
          <a:stretch>
            <a:fillRect/>
          </a:stretch>
        </p:blipFill>
        <p:spPr>
          <a:xfrm>
            <a:off x="3091434" y="2056828"/>
            <a:ext cx="5448300" cy="2847975"/>
          </a:xfrm>
          <a:prstGeom prst="rect">
            <a:avLst/>
          </a:prstGeom>
        </p:spPr>
      </p:pic>
    </p:spTree>
    <p:extLst>
      <p:ext uri="{BB962C8B-B14F-4D97-AF65-F5344CB8AC3E}">
        <p14:creationId xmlns:p14="http://schemas.microsoft.com/office/powerpoint/2010/main" val="32981001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805C-C044-D10F-DADD-4EBD5A65E6F8}"/>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SAS Leak Mitigation</a:t>
            </a:r>
          </a:p>
        </p:txBody>
      </p:sp>
      <p:sp>
        <p:nvSpPr>
          <p:cNvPr id="3" name="Content Placeholder 2">
            <a:extLst>
              <a:ext uri="{FF2B5EF4-FFF2-40B4-BE49-F238E27FC236}">
                <a16:creationId xmlns:a16="http://schemas.microsoft.com/office/drawing/2014/main" id="{C5CA1E8E-7E8C-ECB9-3D6B-402E376718D4}"/>
              </a:ext>
            </a:extLst>
          </p:cNvPr>
          <p:cNvSpPr>
            <a:spLocks noGrp="1"/>
          </p:cNvSpPr>
          <p:nvPr>
            <p:ph idx="1"/>
          </p:nvPr>
        </p:nvSpPr>
        <p:spPr/>
        <p:txBody>
          <a:bodyPr/>
          <a:lstStyle/>
          <a:p>
            <a:pPr marL="0" indent="0">
              <a:buNone/>
            </a:pPr>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Always use HTTPS</a:t>
            </a: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Have a Revocation Plan</a:t>
            </a: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Have a Rotation Plan</a:t>
            </a:r>
          </a:p>
          <a:p>
            <a:endParaRPr lang="en-GB" dirty="0">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04F56401-9F68-D4FC-DD04-DD3D96FB9357}"/>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5902447-0379-8FDB-DDFF-51B8EF266A85}"/>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7564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A710-03EA-FABA-F991-3206F61434B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C7FC151-2150-6360-06E7-BD0F4CBEB43F}"/>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319518DA-920B-BF64-80CD-8A623D6EAF20}"/>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74302D0B-5004-D3ED-202B-80B50DC45D87}"/>
              </a:ext>
            </a:extLst>
          </p:cNvPr>
          <p:cNvSpPr>
            <a:spLocks noGrp="1"/>
          </p:cNvSpPr>
          <p:nvPr>
            <p:ph type="title"/>
          </p:nvPr>
        </p:nvSpPr>
        <p:spPr/>
        <p:txBody>
          <a:bodyPr/>
          <a:lstStyle/>
          <a:p>
            <a:endParaRPr lang="en-GB" dirty="0">
              <a:latin typeface="Agfa Rotis Sans Serif" panose="02000606080000020004" pitchFamily="2" charset="0"/>
            </a:endParaRPr>
          </a:p>
        </p:txBody>
      </p:sp>
      <p:pic>
        <p:nvPicPr>
          <p:cNvPr id="2" name="Picture 1" descr="A diagram of a software application&#10;&#10;Description automatically generated">
            <a:extLst>
              <a:ext uri="{FF2B5EF4-FFF2-40B4-BE49-F238E27FC236}">
                <a16:creationId xmlns:a16="http://schemas.microsoft.com/office/drawing/2014/main" id="{AF3AFE25-BE5C-3DD6-4181-C6D55968FCA0}"/>
              </a:ext>
            </a:extLst>
          </p:cNvPr>
          <p:cNvPicPr>
            <a:picLocks noChangeAspect="1"/>
          </p:cNvPicPr>
          <p:nvPr/>
        </p:nvPicPr>
        <p:blipFill>
          <a:blip r:embed="rId3">
            <a:extLst>
              <a:ext uri="{28A0092B-C50C-407E-A947-70E740481C1C}">
                <a14:useLocalDpi xmlns:a14="http://schemas.microsoft.com/office/drawing/2010/main" val="0"/>
              </a:ext>
            </a:extLst>
          </a:blip>
          <a:srcRect b="36497"/>
          <a:stretch/>
        </p:blipFill>
        <p:spPr>
          <a:xfrm>
            <a:off x="2312166" y="1404211"/>
            <a:ext cx="7567668" cy="4049577"/>
          </a:xfrm>
          <a:prstGeom prst="rect">
            <a:avLst/>
          </a:prstGeom>
        </p:spPr>
      </p:pic>
    </p:spTree>
    <p:extLst>
      <p:ext uri="{BB962C8B-B14F-4D97-AF65-F5344CB8AC3E}">
        <p14:creationId xmlns:p14="http://schemas.microsoft.com/office/powerpoint/2010/main" val="251204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15FC-7913-23CB-46BD-889BFC51E00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2351FCC-4FD5-292A-2923-ABD593E466BA}"/>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C3795BF-F587-3F38-CBCC-D0221146C58F}"/>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6D6895E8-8D93-B9F6-D427-1080EF688BE6}"/>
              </a:ext>
            </a:extLst>
          </p:cNvPr>
          <p:cNvSpPr>
            <a:spLocks noGrp="1"/>
          </p:cNvSpPr>
          <p:nvPr>
            <p:ph type="title"/>
          </p:nvPr>
        </p:nvSpPr>
        <p:spPr/>
        <p:txBody>
          <a:bodyPr/>
          <a:lstStyle/>
          <a:p>
            <a:endParaRPr lang="en-GB" dirty="0">
              <a:latin typeface="Agfa Rotis Sans Serif" panose="02000606080000020004" pitchFamily="2" charset="0"/>
            </a:endParaRPr>
          </a:p>
        </p:txBody>
      </p:sp>
      <p:pic>
        <p:nvPicPr>
          <p:cNvPr id="4" name="Picture 3" descr="A screenshot of a computer&#10;&#10;Description automatically generated">
            <a:extLst>
              <a:ext uri="{FF2B5EF4-FFF2-40B4-BE49-F238E27FC236}">
                <a16:creationId xmlns:a16="http://schemas.microsoft.com/office/drawing/2014/main" id="{B857C9A5-E6C7-AFB9-353F-A6EDAFC4C757}"/>
              </a:ext>
            </a:extLst>
          </p:cNvPr>
          <p:cNvPicPr>
            <a:picLocks noChangeAspect="1"/>
          </p:cNvPicPr>
          <p:nvPr/>
        </p:nvPicPr>
        <p:blipFill>
          <a:blip r:embed="rId3">
            <a:extLst>
              <a:ext uri="{28A0092B-C50C-407E-A947-70E740481C1C}">
                <a14:useLocalDpi xmlns:a14="http://schemas.microsoft.com/office/drawing/2010/main" val="0"/>
              </a:ext>
            </a:extLst>
          </a:blip>
          <a:srcRect l="68251" t="4547" r="643" b="18136"/>
          <a:stretch/>
        </p:blipFill>
        <p:spPr>
          <a:xfrm>
            <a:off x="3291840" y="1381060"/>
            <a:ext cx="4881004" cy="4527856"/>
          </a:xfrm>
          <a:prstGeom prst="rect">
            <a:avLst/>
          </a:prstGeom>
        </p:spPr>
      </p:pic>
      <p:sp>
        <p:nvSpPr>
          <p:cNvPr id="5" name="TextBox 4">
            <a:extLst>
              <a:ext uri="{FF2B5EF4-FFF2-40B4-BE49-F238E27FC236}">
                <a16:creationId xmlns:a16="http://schemas.microsoft.com/office/drawing/2014/main" id="{0A1C82E2-F71A-22A5-37B1-634A140D1A38}"/>
              </a:ext>
            </a:extLst>
          </p:cNvPr>
          <p:cNvSpPr txBox="1"/>
          <p:nvPr/>
        </p:nvSpPr>
        <p:spPr>
          <a:xfrm>
            <a:off x="3241390" y="1197030"/>
            <a:ext cx="4119267" cy="523220"/>
          </a:xfrm>
          <a:prstGeom prst="rect">
            <a:avLst/>
          </a:prstGeom>
          <a:solidFill>
            <a:schemeClr val="bg1"/>
          </a:solidFill>
        </p:spPr>
        <p:txBody>
          <a:bodyPr wrap="square" rtlCol="0">
            <a:spAutoFit/>
          </a:bodyPr>
          <a:lstStyle/>
          <a:p>
            <a:endParaRPr lang="en-GB" sz="2800" dirty="0"/>
          </a:p>
        </p:txBody>
      </p:sp>
      <p:sp>
        <p:nvSpPr>
          <p:cNvPr id="6" name="TextBox 5">
            <a:extLst>
              <a:ext uri="{FF2B5EF4-FFF2-40B4-BE49-F238E27FC236}">
                <a16:creationId xmlns:a16="http://schemas.microsoft.com/office/drawing/2014/main" id="{8501E236-3122-895B-ADDB-09C8EF5B3B61}"/>
              </a:ext>
            </a:extLst>
          </p:cNvPr>
          <p:cNvSpPr txBox="1"/>
          <p:nvPr/>
        </p:nvSpPr>
        <p:spPr>
          <a:xfrm>
            <a:off x="3153103" y="1652227"/>
            <a:ext cx="971156" cy="369332"/>
          </a:xfrm>
          <a:prstGeom prst="rect">
            <a:avLst/>
          </a:prstGeom>
          <a:solidFill>
            <a:schemeClr val="bg1"/>
          </a:solidFill>
        </p:spPr>
        <p:txBody>
          <a:bodyPr wrap="square" rtlCol="0">
            <a:spAutoFit/>
          </a:bodyPr>
          <a:lstStyle/>
          <a:p>
            <a:endParaRPr lang="en-GB" dirty="0"/>
          </a:p>
        </p:txBody>
      </p:sp>
    </p:spTree>
    <p:extLst>
      <p:ext uri="{BB962C8B-B14F-4D97-AF65-F5344CB8AC3E}">
        <p14:creationId xmlns:p14="http://schemas.microsoft.com/office/powerpoint/2010/main" val="377633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2641A-5B81-54E3-D480-D0CF0B939A6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52964C6-C2CD-2517-187B-B624B98CC292}"/>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0F4FD87C-75B8-1004-5C2E-014CD6A475ED}"/>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E3BE7D01-1CBF-73AB-9F18-32A686AF7DB0}"/>
              </a:ext>
            </a:extLst>
          </p:cNvPr>
          <p:cNvSpPr>
            <a:spLocks noGrp="1"/>
          </p:cNvSpPr>
          <p:nvPr>
            <p:ph type="title"/>
          </p:nvPr>
        </p:nvSpPr>
        <p:spPr/>
        <p:txBody>
          <a:bodyPr/>
          <a:lstStyle/>
          <a:p>
            <a:endParaRPr lang="en-GB" dirty="0">
              <a:latin typeface="Agfa Rotis Sans Serif" panose="02000606080000020004" pitchFamily="2" charset="0"/>
            </a:endParaRPr>
          </a:p>
        </p:txBody>
      </p:sp>
      <p:sp>
        <p:nvSpPr>
          <p:cNvPr id="5" name="TextBox 4">
            <a:extLst>
              <a:ext uri="{FF2B5EF4-FFF2-40B4-BE49-F238E27FC236}">
                <a16:creationId xmlns:a16="http://schemas.microsoft.com/office/drawing/2014/main" id="{F114A6C9-F58D-584F-A906-3A327999FDA6}"/>
              </a:ext>
            </a:extLst>
          </p:cNvPr>
          <p:cNvSpPr txBox="1"/>
          <p:nvPr/>
        </p:nvSpPr>
        <p:spPr>
          <a:xfrm>
            <a:off x="3241390" y="1197030"/>
            <a:ext cx="4119267" cy="523220"/>
          </a:xfrm>
          <a:prstGeom prst="rect">
            <a:avLst/>
          </a:prstGeom>
          <a:solidFill>
            <a:schemeClr val="bg1"/>
          </a:solidFill>
        </p:spPr>
        <p:txBody>
          <a:bodyPr wrap="square" rtlCol="0">
            <a:spAutoFit/>
          </a:bodyPr>
          <a:lstStyle/>
          <a:p>
            <a:endParaRPr lang="en-GB" sz="2800" dirty="0"/>
          </a:p>
        </p:txBody>
      </p:sp>
      <p:sp>
        <p:nvSpPr>
          <p:cNvPr id="6" name="TextBox 5">
            <a:extLst>
              <a:ext uri="{FF2B5EF4-FFF2-40B4-BE49-F238E27FC236}">
                <a16:creationId xmlns:a16="http://schemas.microsoft.com/office/drawing/2014/main" id="{F98EF638-DEAE-529D-3904-1299612C9668}"/>
              </a:ext>
            </a:extLst>
          </p:cNvPr>
          <p:cNvSpPr txBox="1"/>
          <p:nvPr/>
        </p:nvSpPr>
        <p:spPr>
          <a:xfrm>
            <a:off x="3153103" y="1652227"/>
            <a:ext cx="971156" cy="369332"/>
          </a:xfrm>
          <a:prstGeom prst="rect">
            <a:avLst/>
          </a:prstGeom>
          <a:solidFill>
            <a:schemeClr val="bg1"/>
          </a:solidFill>
        </p:spPr>
        <p:txBody>
          <a:bodyPr wrap="square" rtlCol="0">
            <a:spAutoFit/>
          </a:bodyPr>
          <a:lstStyle/>
          <a:p>
            <a:endParaRPr lang="en-GB" dirty="0"/>
          </a:p>
        </p:txBody>
      </p:sp>
      <p:pic>
        <p:nvPicPr>
          <p:cNvPr id="2" name="Picture 1" descr="A screenshot of a computer&#10;&#10;Description automatically generated">
            <a:extLst>
              <a:ext uri="{FF2B5EF4-FFF2-40B4-BE49-F238E27FC236}">
                <a16:creationId xmlns:a16="http://schemas.microsoft.com/office/drawing/2014/main" id="{DE07C9DA-C444-5AB8-70EA-8C722D6763DC}"/>
              </a:ext>
            </a:extLst>
          </p:cNvPr>
          <p:cNvPicPr>
            <a:picLocks noChangeAspect="1"/>
          </p:cNvPicPr>
          <p:nvPr/>
        </p:nvPicPr>
        <p:blipFill>
          <a:blip r:embed="rId3">
            <a:extLst>
              <a:ext uri="{28A0092B-C50C-407E-A947-70E740481C1C}">
                <a14:useLocalDpi xmlns:a14="http://schemas.microsoft.com/office/drawing/2010/main" val="0"/>
              </a:ext>
            </a:extLst>
          </a:blip>
          <a:srcRect b="13659"/>
          <a:stretch/>
        </p:blipFill>
        <p:spPr>
          <a:xfrm>
            <a:off x="0" y="1359667"/>
            <a:ext cx="12192000" cy="3928614"/>
          </a:xfrm>
          <a:prstGeom prst="rect">
            <a:avLst/>
          </a:prstGeom>
        </p:spPr>
      </p:pic>
    </p:spTree>
    <p:extLst>
      <p:ext uri="{BB962C8B-B14F-4D97-AF65-F5344CB8AC3E}">
        <p14:creationId xmlns:p14="http://schemas.microsoft.com/office/powerpoint/2010/main" val="3709119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5CD2-CA3F-4F7C-CC12-D18C4EB1BC7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9E455530-0420-A974-FBF0-A354E6E9E8CE}"/>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FC8244CC-DC7E-C650-B046-3DA340CB07A8}"/>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6589A166-4639-9D99-332A-547E8F8E0587}"/>
              </a:ext>
            </a:extLst>
          </p:cNvPr>
          <p:cNvSpPr>
            <a:spLocks noGrp="1"/>
          </p:cNvSpPr>
          <p:nvPr>
            <p:ph type="title"/>
          </p:nvPr>
        </p:nvSpPr>
        <p:spPr/>
        <p:txBody>
          <a:bodyPr/>
          <a:lstStyle/>
          <a:p>
            <a:endParaRPr lang="en-GB" dirty="0">
              <a:latin typeface="Agfa Rotis Sans Serif" panose="02000606080000020004" pitchFamily="2" charset="0"/>
            </a:endParaRPr>
          </a:p>
        </p:txBody>
      </p:sp>
      <p:sp>
        <p:nvSpPr>
          <p:cNvPr id="5" name="TextBox 4">
            <a:extLst>
              <a:ext uri="{FF2B5EF4-FFF2-40B4-BE49-F238E27FC236}">
                <a16:creationId xmlns:a16="http://schemas.microsoft.com/office/drawing/2014/main" id="{5F120965-896E-B915-9EF3-C3385A5B4400}"/>
              </a:ext>
            </a:extLst>
          </p:cNvPr>
          <p:cNvSpPr txBox="1"/>
          <p:nvPr/>
        </p:nvSpPr>
        <p:spPr>
          <a:xfrm>
            <a:off x="3241390" y="1197030"/>
            <a:ext cx="4119267" cy="523220"/>
          </a:xfrm>
          <a:prstGeom prst="rect">
            <a:avLst/>
          </a:prstGeom>
          <a:solidFill>
            <a:schemeClr val="bg1"/>
          </a:solidFill>
        </p:spPr>
        <p:txBody>
          <a:bodyPr wrap="square" rtlCol="0">
            <a:spAutoFit/>
          </a:bodyPr>
          <a:lstStyle/>
          <a:p>
            <a:endParaRPr lang="en-GB" sz="2800" dirty="0"/>
          </a:p>
        </p:txBody>
      </p:sp>
      <p:sp>
        <p:nvSpPr>
          <p:cNvPr id="6" name="TextBox 5">
            <a:extLst>
              <a:ext uri="{FF2B5EF4-FFF2-40B4-BE49-F238E27FC236}">
                <a16:creationId xmlns:a16="http://schemas.microsoft.com/office/drawing/2014/main" id="{1197FEAB-4F93-13D7-37F0-772790858FD2}"/>
              </a:ext>
            </a:extLst>
          </p:cNvPr>
          <p:cNvSpPr txBox="1"/>
          <p:nvPr/>
        </p:nvSpPr>
        <p:spPr>
          <a:xfrm>
            <a:off x="3153103" y="1652227"/>
            <a:ext cx="971156" cy="369332"/>
          </a:xfrm>
          <a:prstGeom prst="rect">
            <a:avLst/>
          </a:prstGeom>
          <a:solidFill>
            <a:schemeClr val="bg1"/>
          </a:solidFill>
        </p:spPr>
        <p:txBody>
          <a:bodyPr wrap="square" rtlCol="0">
            <a:spAutoFit/>
          </a:bodyPr>
          <a:lstStyle/>
          <a:p>
            <a:endParaRPr lang="en-GB" dirty="0"/>
          </a:p>
        </p:txBody>
      </p:sp>
      <p:pic>
        <p:nvPicPr>
          <p:cNvPr id="2" name="Picture 1">
            <a:extLst>
              <a:ext uri="{FF2B5EF4-FFF2-40B4-BE49-F238E27FC236}">
                <a16:creationId xmlns:a16="http://schemas.microsoft.com/office/drawing/2014/main" id="{76498017-08CF-4064-7945-233C7AF4643A}"/>
              </a:ext>
            </a:extLst>
          </p:cNvPr>
          <p:cNvPicPr>
            <a:picLocks noChangeAspect="1"/>
          </p:cNvPicPr>
          <p:nvPr/>
        </p:nvPicPr>
        <p:blipFill>
          <a:blip r:embed="rId3"/>
          <a:stretch>
            <a:fillRect/>
          </a:stretch>
        </p:blipFill>
        <p:spPr>
          <a:xfrm>
            <a:off x="3490436" y="2948940"/>
            <a:ext cx="928688" cy="571500"/>
          </a:xfrm>
          <a:prstGeom prst="rect">
            <a:avLst/>
          </a:prstGeom>
        </p:spPr>
      </p:pic>
      <p:pic>
        <p:nvPicPr>
          <p:cNvPr id="3" name="Picture 2">
            <a:extLst>
              <a:ext uri="{FF2B5EF4-FFF2-40B4-BE49-F238E27FC236}">
                <a16:creationId xmlns:a16="http://schemas.microsoft.com/office/drawing/2014/main" id="{21281D40-1A84-6DBA-0F85-F669F0A286A2}"/>
              </a:ext>
            </a:extLst>
          </p:cNvPr>
          <p:cNvPicPr>
            <a:picLocks noChangeAspect="1"/>
          </p:cNvPicPr>
          <p:nvPr/>
        </p:nvPicPr>
        <p:blipFill>
          <a:blip r:embed="rId4"/>
          <a:stretch>
            <a:fillRect/>
          </a:stretch>
        </p:blipFill>
        <p:spPr>
          <a:xfrm>
            <a:off x="4419124" y="3177540"/>
            <a:ext cx="828675" cy="114300"/>
          </a:xfrm>
          <a:prstGeom prst="rect">
            <a:avLst/>
          </a:prstGeom>
        </p:spPr>
      </p:pic>
      <p:pic>
        <p:nvPicPr>
          <p:cNvPr id="7" name="Picture 6">
            <a:extLst>
              <a:ext uri="{FF2B5EF4-FFF2-40B4-BE49-F238E27FC236}">
                <a16:creationId xmlns:a16="http://schemas.microsoft.com/office/drawing/2014/main" id="{B05809F0-CB55-3527-A2D7-AB5176A7732E}"/>
              </a:ext>
            </a:extLst>
          </p:cNvPr>
          <p:cNvPicPr>
            <a:picLocks noChangeAspect="1"/>
          </p:cNvPicPr>
          <p:nvPr/>
        </p:nvPicPr>
        <p:blipFill>
          <a:blip r:embed="rId5"/>
          <a:stretch>
            <a:fillRect/>
          </a:stretch>
        </p:blipFill>
        <p:spPr>
          <a:xfrm>
            <a:off x="5016341" y="2915602"/>
            <a:ext cx="1290638" cy="1209675"/>
          </a:xfrm>
          <a:prstGeom prst="rect">
            <a:avLst/>
          </a:prstGeom>
        </p:spPr>
      </p:pic>
      <p:pic>
        <p:nvPicPr>
          <p:cNvPr id="8" name="Picture 7">
            <a:extLst>
              <a:ext uri="{FF2B5EF4-FFF2-40B4-BE49-F238E27FC236}">
                <a16:creationId xmlns:a16="http://schemas.microsoft.com/office/drawing/2014/main" id="{7C72A4D1-0D04-4645-89DF-73915E88D898}"/>
              </a:ext>
            </a:extLst>
          </p:cNvPr>
          <p:cNvPicPr>
            <a:picLocks noChangeAspect="1"/>
          </p:cNvPicPr>
          <p:nvPr/>
        </p:nvPicPr>
        <p:blipFill>
          <a:blip r:embed="rId6"/>
          <a:stretch>
            <a:fillRect/>
          </a:stretch>
        </p:blipFill>
        <p:spPr>
          <a:xfrm>
            <a:off x="5613082" y="4033837"/>
            <a:ext cx="47625" cy="390525"/>
          </a:xfrm>
          <a:prstGeom prst="rect">
            <a:avLst/>
          </a:prstGeom>
        </p:spPr>
      </p:pic>
      <p:pic>
        <p:nvPicPr>
          <p:cNvPr id="9" name="Picture 8">
            <a:extLst>
              <a:ext uri="{FF2B5EF4-FFF2-40B4-BE49-F238E27FC236}">
                <a16:creationId xmlns:a16="http://schemas.microsoft.com/office/drawing/2014/main" id="{EDC793D9-37FB-CFBA-6E0D-32D312EFE483}"/>
              </a:ext>
            </a:extLst>
          </p:cNvPr>
          <p:cNvPicPr>
            <a:picLocks noChangeAspect="1"/>
          </p:cNvPicPr>
          <p:nvPr/>
        </p:nvPicPr>
        <p:blipFill>
          <a:blip r:embed="rId7"/>
          <a:stretch>
            <a:fillRect/>
          </a:stretch>
        </p:blipFill>
        <p:spPr>
          <a:xfrm>
            <a:off x="4653437" y="4424362"/>
            <a:ext cx="1966913" cy="523875"/>
          </a:xfrm>
          <a:prstGeom prst="rect">
            <a:avLst/>
          </a:prstGeom>
        </p:spPr>
      </p:pic>
      <p:pic>
        <p:nvPicPr>
          <p:cNvPr id="10" name="Picture 9">
            <a:extLst>
              <a:ext uri="{FF2B5EF4-FFF2-40B4-BE49-F238E27FC236}">
                <a16:creationId xmlns:a16="http://schemas.microsoft.com/office/drawing/2014/main" id="{83CEC9D7-E809-0EF8-B633-621C287A649D}"/>
              </a:ext>
            </a:extLst>
          </p:cNvPr>
          <p:cNvPicPr>
            <a:picLocks noChangeAspect="1"/>
          </p:cNvPicPr>
          <p:nvPr/>
        </p:nvPicPr>
        <p:blipFill>
          <a:blip r:embed="rId8"/>
          <a:stretch>
            <a:fillRect/>
          </a:stretch>
        </p:blipFill>
        <p:spPr>
          <a:xfrm>
            <a:off x="5636893" y="4927281"/>
            <a:ext cx="42863" cy="209550"/>
          </a:xfrm>
          <a:prstGeom prst="rect">
            <a:avLst/>
          </a:prstGeom>
        </p:spPr>
      </p:pic>
      <p:pic>
        <p:nvPicPr>
          <p:cNvPr id="11" name="Picture 10">
            <a:extLst>
              <a:ext uri="{FF2B5EF4-FFF2-40B4-BE49-F238E27FC236}">
                <a16:creationId xmlns:a16="http://schemas.microsoft.com/office/drawing/2014/main" id="{EFF245F8-8A2C-9E59-A261-6E1D7B10FC57}"/>
              </a:ext>
            </a:extLst>
          </p:cNvPr>
          <p:cNvPicPr>
            <a:picLocks noChangeAspect="1"/>
          </p:cNvPicPr>
          <p:nvPr/>
        </p:nvPicPr>
        <p:blipFill>
          <a:blip r:embed="rId9"/>
          <a:stretch>
            <a:fillRect/>
          </a:stretch>
        </p:blipFill>
        <p:spPr>
          <a:xfrm>
            <a:off x="4696299" y="5136831"/>
            <a:ext cx="1966913" cy="523875"/>
          </a:xfrm>
          <a:prstGeom prst="rect">
            <a:avLst/>
          </a:prstGeom>
        </p:spPr>
      </p:pic>
      <p:pic>
        <p:nvPicPr>
          <p:cNvPr id="12" name="Picture 11">
            <a:extLst>
              <a:ext uri="{FF2B5EF4-FFF2-40B4-BE49-F238E27FC236}">
                <a16:creationId xmlns:a16="http://schemas.microsoft.com/office/drawing/2014/main" id="{F13568C0-6469-9BD1-8956-5B56F21F4B3F}"/>
              </a:ext>
            </a:extLst>
          </p:cNvPr>
          <p:cNvPicPr>
            <a:picLocks noChangeAspect="1"/>
          </p:cNvPicPr>
          <p:nvPr/>
        </p:nvPicPr>
        <p:blipFill>
          <a:blip r:embed="rId10"/>
          <a:stretch>
            <a:fillRect/>
          </a:stretch>
        </p:blipFill>
        <p:spPr>
          <a:xfrm>
            <a:off x="5975032" y="3177540"/>
            <a:ext cx="1095375" cy="114300"/>
          </a:xfrm>
          <a:prstGeom prst="rect">
            <a:avLst/>
          </a:prstGeom>
        </p:spPr>
      </p:pic>
      <p:pic>
        <p:nvPicPr>
          <p:cNvPr id="13" name="Picture 12">
            <a:extLst>
              <a:ext uri="{FF2B5EF4-FFF2-40B4-BE49-F238E27FC236}">
                <a16:creationId xmlns:a16="http://schemas.microsoft.com/office/drawing/2014/main" id="{D58CE6F6-A04F-D9F6-9B58-33A35E501385}"/>
              </a:ext>
            </a:extLst>
          </p:cNvPr>
          <p:cNvPicPr>
            <a:picLocks noChangeAspect="1"/>
          </p:cNvPicPr>
          <p:nvPr/>
        </p:nvPicPr>
        <p:blipFill>
          <a:blip r:embed="rId11"/>
          <a:stretch>
            <a:fillRect/>
          </a:stretch>
        </p:blipFill>
        <p:spPr>
          <a:xfrm>
            <a:off x="6700835" y="2234326"/>
            <a:ext cx="1624013" cy="523875"/>
          </a:xfrm>
          <a:prstGeom prst="rect">
            <a:avLst/>
          </a:prstGeom>
        </p:spPr>
      </p:pic>
      <p:pic>
        <p:nvPicPr>
          <p:cNvPr id="15" name="Picture 14">
            <a:extLst>
              <a:ext uri="{FF2B5EF4-FFF2-40B4-BE49-F238E27FC236}">
                <a16:creationId xmlns:a16="http://schemas.microsoft.com/office/drawing/2014/main" id="{B3779D03-4BE7-A2E9-F66F-755DB78CD5D9}"/>
              </a:ext>
            </a:extLst>
          </p:cNvPr>
          <p:cNvPicPr>
            <a:picLocks noChangeAspect="1"/>
          </p:cNvPicPr>
          <p:nvPr/>
        </p:nvPicPr>
        <p:blipFill>
          <a:blip r:embed="rId12"/>
          <a:stretch>
            <a:fillRect/>
          </a:stretch>
        </p:blipFill>
        <p:spPr>
          <a:xfrm>
            <a:off x="7123746" y="2948940"/>
            <a:ext cx="1543050" cy="571500"/>
          </a:xfrm>
          <a:prstGeom prst="rect">
            <a:avLst/>
          </a:prstGeom>
        </p:spPr>
      </p:pic>
      <p:pic>
        <p:nvPicPr>
          <p:cNvPr id="16" name="Picture 15">
            <a:extLst>
              <a:ext uri="{FF2B5EF4-FFF2-40B4-BE49-F238E27FC236}">
                <a16:creationId xmlns:a16="http://schemas.microsoft.com/office/drawing/2014/main" id="{7A8096B3-A2F4-032E-6377-9E08F76746A1}"/>
              </a:ext>
            </a:extLst>
          </p:cNvPr>
          <p:cNvPicPr>
            <a:picLocks noChangeAspect="1"/>
          </p:cNvPicPr>
          <p:nvPr/>
        </p:nvPicPr>
        <p:blipFill>
          <a:blip r:embed="rId13"/>
          <a:stretch>
            <a:fillRect/>
          </a:stretch>
        </p:blipFill>
        <p:spPr>
          <a:xfrm>
            <a:off x="7512842" y="2764631"/>
            <a:ext cx="214313" cy="171450"/>
          </a:xfrm>
          <a:prstGeom prst="rect">
            <a:avLst/>
          </a:prstGeom>
        </p:spPr>
      </p:pic>
      <p:pic>
        <p:nvPicPr>
          <p:cNvPr id="18" name="Picture 17">
            <a:extLst>
              <a:ext uri="{FF2B5EF4-FFF2-40B4-BE49-F238E27FC236}">
                <a16:creationId xmlns:a16="http://schemas.microsoft.com/office/drawing/2014/main" id="{3140A0E0-9701-5F50-9590-E3D1660EC4B5}"/>
              </a:ext>
            </a:extLst>
          </p:cNvPr>
          <p:cNvPicPr>
            <a:picLocks noChangeAspect="1"/>
          </p:cNvPicPr>
          <p:nvPr/>
        </p:nvPicPr>
        <p:blipFill>
          <a:blip r:embed="rId14"/>
          <a:stretch>
            <a:fillRect/>
          </a:stretch>
        </p:blipFill>
        <p:spPr>
          <a:xfrm>
            <a:off x="5127307" y="1750695"/>
            <a:ext cx="971550" cy="661988"/>
          </a:xfrm>
          <a:prstGeom prst="rect">
            <a:avLst/>
          </a:prstGeom>
        </p:spPr>
      </p:pic>
      <p:pic>
        <p:nvPicPr>
          <p:cNvPr id="19" name="Picture 18">
            <a:extLst>
              <a:ext uri="{FF2B5EF4-FFF2-40B4-BE49-F238E27FC236}">
                <a16:creationId xmlns:a16="http://schemas.microsoft.com/office/drawing/2014/main" id="{C32D552F-BEA2-DAEE-9EB5-D91C8E2A8623}"/>
              </a:ext>
            </a:extLst>
          </p:cNvPr>
          <p:cNvPicPr>
            <a:picLocks noChangeAspect="1"/>
          </p:cNvPicPr>
          <p:nvPr/>
        </p:nvPicPr>
        <p:blipFill>
          <a:blip r:embed="rId4"/>
          <a:stretch>
            <a:fillRect/>
          </a:stretch>
        </p:blipFill>
        <p:spPr>
          <a:xfrm rot="16200000">
            <a:off x="5326729" y="2581620"/>
            <a:ext cx="586996" cy="80965"/>
          </a:xfrm>
          <a:prstGeom prst="rect">
            <a:avLst/>
          </a:prstGeom>
        </p:spPr>
      </p:pic>
    </p:spTree>
    <p:extLst>
      <p:ext uri="{BB962C8B-B14F-4D97-AF65-F5344CB8AC3E}">
        <p14:creationId xmlns:p14="http://schemas.microsoft.com/office/powerpoint/2010/main" val="1599504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par>
                                <p:cTn id="53" presetID="10"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1D0B7-1459-E855-84D9-6A2E895CE41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7D21631-AE01-6276-307E-B9F5EA0F406F}"/>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3B6D17BE-C497-978C-F685-8F8FB1BD446E}"/>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le 23">
            <a:extLst>
              <a:ext uri="{FF2B5EF4-FFF2-40B4-BE49-F238E27FC236}">
                <a16:creationId xmlns:a16="http://schemas.microsoft.com/office/drawing/2014/main" id="{3167932B-5207-2167-E89A-C59D1827E6C6}"/>
              </a:ext>
            </a:extLst>
          </p:cNvPr>
          <p:cNvSpPr>
            <a:spLocks noGrp="1"/>
          </p:cNvSpPr>
          <p:nvPr>
            <p:ph type="title"/>
          </p:nvPr>
        </p:nvSpPr>
        <p:spPr/>
        <p:txBody>
          <a:bodyPr/>
          <a:lstStyle/>
          <a:p>
            <a:endParaRPr lang="en-GB" dirty="0">
              <a:latin typeface="Agfa Rotis Sans Serif" panose="02000606080000020004" pitchFamily="2" charset="0"/>
            </a:endParaRPr>
          </a:p>
        </p:txBody>
      </p:sp>
      <p:sp>
        <p:nvSpPr>
          <p:cNvPr id="5" name="TextBox 4">
            <a:extLst>
              <a:ext uri="{FF2B5EF4-FFF2-40B4-BE49-F238E27FC236}">
                <a16:creationId xmlns:a16="http://schemas.microsoft.com/office/drawing/2014/main" id="{1DD57344-CD8C-1B8B-9327-8F319AF45AD7}"/>
              </a:ext>
            </a:extLst>
          </p:cNvPr>
          <p:cNvSpPr txBox="1"/>
          <p:nvPr/>
        </p:nvSpPr>
        <p:spPr>
          <a:xfrm>
            <a:off x="3241390" y="1197030"/>
            <a:ext cx="4119267" cy="523220"/>
          </a:xfrm>
          <a:prstGeom prst="rect">
            <a:avLst/>
          </a:prstGeom>
          <a:solidFill>
            <a:schemeClr val="bg1"/>
          </a:solidFill>
        </p:spPr>
        <p:txBody>
          <a:bodyPr wrap="square" rtlCol="0">
            <a:spAutoFit/>
          </a:bodyPr>
          <a:lstStyle/>
          <a:p>
            <a:endParaRPr lang="en-GB" sz="2800" dirty="0"/>
          </a:p>
        </p:txBody>
      </p:sp>
      <p:pic>
        <p:nvPicPr>
          <p:cNvPr id="22" name="Picture 21">
            <a:extLst>
              <a:ext uri="{FF2B5EF4-FFF2-40B4-BE49-F238E27FC236}">
                <a16:creationId xmlns:a16="http://schemas.microsoft.com/office/drawing/2014/main" id="{DE4F1230-AB40-DBC4-94BA-21ADAD371D2A}"/>
              </a:ext>
            </a:extLst>
          </p:cNvPr>
          <p:cNvPicPr>
            <a:picLocks noChangeAspect="1"/>
          </p:cNvPicPr>
          <p:nvPr/>
        </p:nvPicPr>
        <p:blipFill>
          <a:blip r:embed="rId3"/>
          <a:stretch>
            <a:fillRect/>
          </a:stretch>
        </p:blipFill>
        <p:spPr>
          <a:xfrm>
            <a:off x="754856" y="1397793"/>
            <a:ext cx="10682288" cy="4062413"/>
          </a:xfrm>
          <a:prstGeom prst="rect">
            <a:avLst/>
          </a:prstGeom>
        </p:spPr>
      </p:pic>
    </p:spTree>
    <p:extLst>
      <p:ext uri="{BB962C8B-B14F-4D97-AF65-F5344CB8AC3E}">
        <p14:creationId xmlns:p14="http://schemas.microsoft.com/office/powerpoint/2010/main" val="34062334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1021E-C7C7-D178-F31A-2B047CCAC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DB9DE-C7AE-5CF2-5CC3-31C21E591DF2}"/>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Logic App SAS Summary</a:t>
            </a:r>
          </a:p>
        </p:txBody>
      </p:sp>
      <p:sp>
        <p:nvSpPr>
          <p:cNvPr id="3" name="Content Placeholder 2">
            <a:extLst>
              <a:ext uri="{FF2B5EF4-FFF2-40B4-BE49-F238E27FC236}">
                <a16:creationId xmlns:a16="http://schemas.microsoft.com/office/drawing/2014/main" id="{A16D227A-C972-4CCE-B4BD-6FAF327DFD2F}"/>
              </a:ext>
            </a:extLst>
          </p:cNvPr>
          <p:cNvSpPr>
            <a:spLocks noGrp="1"/>
          </p:cNvSpPr>
          <p:nvPr>
            <p:ph idx="1"/>
          </p:nvPr>
        </p:nvSpPr>
        <p:spPr/>
        <p:txBody>
          <a:bodyPr/>
          <a:lstStyle/>
          <a:p>
            <a:pPr marL="0" indent="0">
              <a:buNone/>
            </a:pPr>
            <a:endParaRPr lang="en-GB" dirty="0">
              <a:latin typeface="Verdana" panose="020B0604030504040204" pitchFamily="34" charset="0"/>
              <a:ea typeface="Verdana" panose="020B0604030504040204" pitchFamily="34" charset="0"/>
            </a:endParaRPr>
          </a:p>
          <a:p>
            <a:pPr marL="0" indent="0">
              <a:buNone/>
            </a:pPr>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Store and Access Securely</a:t>
            </a: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Adhere to SAS key Best Practices</a:t>
            </a:r>
          </a:p>
          <a:p>
            <a:pPr marL="0" indent="0">
              <a:buNone/>
            </a:pPr>
            <a:endParaRPr lang="en-GB" dirty="0">
              <a:latin typeface="Verdana" panose="020B0604030504040204" pitchFamily="34" charset="0"/>
              <a:ea typeface="Verdana" panose="020B0604030504040204" pitchFamily="34" charset="0"/>
            </a:endParaRPr>
          </a:p>
          <a:p>
            <a:endParaRPr lang="en-GB" dirty="0">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01C24BC2-8D3B-73EF-3B38-797501AF12FA}"/>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2E40694-BA67-7728-41B7-7FFE14FD1BBA}"/>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4998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C116-0258-90B8-4663-F2C95F00C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69B35-D511-FFED-E11B-2D18B5FB84A6}"/>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Is SAS the Best Way?</a:t>
            </a:r>
          </a:p>
        </p:txBody>
      </p:sp>
      <p:sp>
        <p:nvSpPr>
          <p:cNvPr id="3" name="Content Placeholder 2">
            <a:extLst>
              <a:ext uri="{FF2B5EF4-FFF2-40B4-BE49-F238E27FC236}">
                <a16:creationId xmlns:a16="http://schemas.microsoft.com/office/drawing/2014/main" id="{EFD854B2-DB32-9F9E-B490-50F463091B38}"/>
              </a:ext>
            </a:extLst>
          </p:cNvPr>
          <p:cNvSpPr>
            <a:spLocks noGrp="1"/>
          </p:cNvSpPr>
          <p:nvPr>
            <p:ph idx="1"/>
          </p:nvPr>
        </p:nvSpPr>
        <p:spPr/>
        <p:txBody>
          <a:bodyPr/>
          <a:lstStyle/>
          <a:p>
            <a:endParaRPr lang="en-GB" dirty="0">
              <a:latin typeface="Verdana" panose="020B0604030504040204" pitchFamily="34" charset="0"/>
              <a:ea typeface="Verdana" panose="020B0604030504040204" pitchFamily="34" charset="0"/>
            </a:endParaRPr>
          </a:p>
          <a:p>
            <a:endParaRPr lang="en-GB" dirty="0">
              <a:latin typeface="Verdana" panose="020B0604030504040204" pitchFamily="34" charset="0"/>
              <a:ea typeface="Verdana" panose="020B0604030504040204" pitchFamily="34" charset="0"/>
            </a:endParaRPr>
          </a:p>
          <a:p>
            <a:endParaRPr lang="en-GB" dirty="0">
              <a:latin typeface="Verdana" panose="020B0604030504040204" pitchFamily="34" charset="0"/>
              <a:ea typeface="Verdana" panose="020B0604030504040204" pitchFamily="34" charset="0"/>
            </a:endParaRPr>
          </a:p>
          <a:p>
            <a:r>
              <a:rPr lang="en-GB" dirty="0">
                <a:latin typeface="Verdana" panose="020B0604030504040204" pitchFamily="34" charset="0"/>
                <a:ea typeface="Verdana" panose="020B0604030504040204" pitchFamily="34" charset="0"/>
              </a:rPr>
              <a:t>Can we use Identity?</a:t>
            </a:r>
          </a:p>
        </p:txBody>
      </p:sp>
      <p:sp>
        <p:nvSpPr>
          <p:cNvPr id="4" name="Rectangle 3">
            <a:extLst>
              <a:ext uri="{FF2B5EF4-FFF2-40B4-BE49-F238E27FC236}">
                <a16:creationId xmlns:a16="http://schemas.microsoft.com/office/drawing/2014/main" id="{9C128B0A-EF12-FB47-912C-B0EA408EEF6F}"/>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23F2743-6410-695D-37C4-C0D947CCDD85}"/>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210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98CF-ABAB-3DB6-8BC5-4495F3F75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E76FB-3272-5EBC-1A24-4ACB2CEAE2B2}"/>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Easy Auth</a:t>
            </a:r>
          </a:p>
        </p:txBody>
      </p:sp>
      <p:sp>
        <p:nvSpPr>
          <p:cNvPr id="3" name="Content Placeholder 2">
            <a:extLst>
              <a:ext uri="{FF2B5EF4-FFF2-40B4-BE49-F238E27FC236}">
                <a16:creationId xmlns:a16="http://schemas.microsoft.com/office/drawing/2014/main" id="{62058D69-9A92-BB98-8918-6C06E886401C}"/>
              </a:ext>
            </a:extLst>
          </p:cNvPr>
          <p:cNvSpPr>
            <a:spLocks noGrp="1"/>
          </p:cNvSpPr>
          <p:nvPr>
            <p:ph idx="1"/>
          </p:nvPr>
        </p:nvSpPr>
        <p:spPr/>
        <p:txBody>
          <a:bodyPr/>
          <a:lstStyle/>
          <a:p>
            <a:endParaRPr lang="en-GB" dirty="0">
              <a:latin typeface="Verdana" panose="020B0604030504040204" pitchFamily="34" charset="0"/>
              <a:ea typeface="Verdana" panose="020B0604030504040204" pitchFamily="34" charset="0"/>
            </a:endParaRPr>
          </a:p>
        </p:txBody>
      </p:sp>
      <p:sp>
        <p:nvSpPr>
          <p:cNvPr id="4" name="Rectangle 3">
            <a:extLst>
              <a:ext uri="{FF2B5EF4-FFF2-40B4-BE49-F238E27FC236}">
                <a16:creationId xmlns:a16="http://schemas.microsoft.com/office/drawing/2014/main" id="{664F30AF-470B-2E56-C23A-D766CA16D4A9}"/>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F8EB086-C921-9E55-DDFD-5E373855CBE8}"/>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diagram of a software application&#10;&#10;Description automatically generated">
            <a:extLst>
              <a:ext uri="{FF2B5EF4-FFF2-40B4-BE49-F238E27FC236}">
                <a16:creationId xmlns:a16="http://schemas.microsoft.com/office/drawing/2014/main" id="{ED01E5DA-BB16-682F-D4F7-7202C5F64A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8876" y="1587308"/>
            <a:ext cx="6174599" cy="4897966"/>
          </a:xfrm>
          <a:prstGeom prst="rect">
            <a:avLst/>
          </a:prstGeom>
        </p:spPr>
      </p:pic>
    </p:spTree>
    <p:extLst>
      <p:ext uri="{BB962C8B-B14F-4D97-AF65-F5344CB8AC3E}">
        <p14:creationId xmlns:p14="http://schemas.microsoft.com/office/powerpoint/2010/main" val="1657090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22842-D4B5-A8EB-22FA-3ACB4642E4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2F72725-FC91-E527-75E4-9A27EF43F55D}"/>
              </a:ext>
            </a:extLst>
          </p:cNvPr>
          <p:cNvSpPr/>
          <p:nvPr/>
        </p:nvSpPr>
        <p:spPr>
          <a:xfrm>
            <a:off x="0" y="0"/>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DE4D8A7-AD5F-2F9F-A50C-CB25625B0556}"/>
              </a:ext>
            </a:extLst>
          </p:cNvPr>
          <p:cNvSpPr/>
          <p:nvPr/>
        </p:nvSpPr>
        <p:spPr>
          <a:xfrm>
            <a:off x="0" y="6708531"/>
            <a:ext cx="12192000" cy="149469"/>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E6D816DF-F828-4A83-4BE1-5DDB4D32722E}"/>
              </a:ext>
            </a:extLst>
          </p:cNvPr>
          <p:cNvPicPr>
            <a:picLocks noChangeAspect="1"/>
          </p:cNvPicPr>
          <p:nvPr/>
        </p:nvPicPr>
        <p:blipFill>
          <a:blip r:embed="rId3"/>
          <a:stretch>
            <a:fillRect/>
          </a:stretch>
        </p:blipFill>
        <p:spPr>
          <a:xfrm>
            <a:off x="1470183" y="847725"/>
            <a:ext cx="8520113" cy="5162550"/>
          </a:xfrm>
          <a:prstGeom prst="rect">
            <a:avLst/>
          </a:prstGeom>
        </p:spPr>
      </p:pic>
    </p:spTree>
    <p:extLst>
      <p:ext uri="{BB962C8B-B14F-4D97-AF65-F5344CB8AC3E}">
        <p14:creationId xmlns:p14="http://schemas.microsoft.com/office/powerpoint/2010/main" val="401083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52D90"/>
        </a:solidFill>
        <a:effectLst/>
      </p:bgPr>
    </p:bg>
    <p:spTree>
      <p:nvGrpSpPr>
        <p:cNvPr id="1" name="">
          <a:extLst>
            <a:ext uri="{FF2B5EF4-FFF2-40B4-BE49-F238E27FC236}">
              <a16:creationId xmlns:a16="http://schemas.microsoft.com/office/drawing/2014/main" id="{8DB6FEB6-0232-D803-248D-F1D5351CC79D}"/>
            </a:ext>
          </a:extLst>
        </p:cNvPr>
        <p:cNvGrpSpPr/>
        <p:nvPr/>
      </p:nvGrpSpPr>
      <p:grpSpPr>
        <a:xfrm>
          <a:off x="0" y="0"/>
          <a:ext cx="0" cy="0"/>
          <a:chOff x="0" y="0"/>
          <a:chExt cx="0" cy="0"/>
        </a:xfrm>
      </p:grpSpPr>
      <p:pic>
        <p:nvPicPr>
          <p:cNvPr id="7" name="Picture 6" descr="A purple background with a person in a white shirt&#10;&#10;AI-generated content may be incorrect.">
            <a:extLst>
              <a:ext uri="{FF2B5EF4-FFF2-40B4-BE49-F238E27FC236}">
                <a16:creationId xmlns:a16="http://schemas.microsoft.com/office/drawing/2014/main" id="{C9F9D76F-B6A2-503B-0F22-0DA03CA53408}"/>
              </a:ext>
            </a:extLst>
          </p:cNvPr>
          <p:cNvPicPr>
            <a:picLocks noChangeAspect="1"/>
          </p:cNvPicPr>
          <p:nvPr/>
        </p:nvPicPr>
        <p:blipFill>
          <a:blip r:embed="rId3">
            <a:extLst>
              <a:ext uri="{28A0092B-C50C-407E-A947-70E740481C1C}">
                <a14:useLocalDpi xmlns:a14="http://schemas.microsoft.com/office/drawing/2010/main" val="0"/>
              </a:ext>
            </a:extLst>
          </a:blip>
          <a:srcRect t="59031" b="11339"/>
          <a:stretch/>
        </p:blipFill>
        <p:spPr>
          <a:xfrm>
            <a:off x="-4632960" y="0"/>
            <a:ext cx="12192000" cy="2032001"/>
          </a:xfrm>
          <a:prstGeom prst="rect">
            <a:avLst/>
          </a:prstGeom>
        </p:spPr>
      </p:pic>
      <p:pic>
        <p:nvPicPr>
          <p:cNvPr id="8" name="Picture 7" descr="A purple background with a person in a white shirt&#10;&#10;AI-generated content may be incorrect.">
            <a:extLst>
              <a:ext uri="{FF2B5EF4-FFF2-40B4-BE49-F238E27FC236}">
                <a16:creationId xmlns:a16="http://schemas.microsoft.com/office/drawing/2014/main" id="{94A9EFFD-7D03-6DB8-E34D-EAE7937CB9F2}"/>
              </a:ext>
            </a:extLst>
          </p:cNvPr>
          <p:cNvPicPr>
            <a:picLocks noChangeAspect="1"/>
          </p:cNvPicPr>
          <p:nvPr/>
        </p:nvPicPr>
        <p:blipFill>
          <a:blip r:embed="rId3">
            <a:extLst>
              <a:ext uri="{28A0092B-C50C-407E-A947-70E740481C1C}">
                <a14:useLocalDpi xmlns:a14="http://schemas.microsoft.com/office/drawing/2010/main" val="0"/>
              </a:ext>
            </a:extLst>
          </a:blip>
          <a:srcRect t="10713" b="62963"/>
          <a:stretch/>
        </p:blipFill>
        <p:spPr>
          <a:xfrm>
            <a:off x="7559040" y="482518"/>
            <a:ext cx="7205472" cy="1066964"/>
          </a:xfrm>
          <a:prstGeom prst="rect">
            <a:avLst/>
          </a:prstGeom>
        </p:spPr>
      </p:pic>
      <p:grpSp>
        <p:nvGrpSpPr>
          <p:cNvPr id="30" name="Group 29">
            <a:extLst>
              <a:ext uri="{FF2B5EF4-FFF2-40B4-BE49-F238E27FC236}">
                <a16:creationId xmlns:a16="http://schemas.microsoft.com/office/drawing/2014/main" id="{95B5C4B3-B488-E3F5-C288-0F2EF8AA8137}"/>
              </a:ext>
            </a:extLst>
          </p:cNvPr>
          <p:cNvGrpSpPr/>
          <p:nvPr/>
        </p:nvGrpSpPr>
        <p:grpSpPr>
          <a:xfrm>
            <a:off x="1063773" y="5338879"/>
            <a:ext cx="2191491" cy="1036601"/>
            <a:chOff x="771165" y="2564387"/>
            <a:chExt cx="2191491" cy="1036601"/>
          </a:xfrm>
        </p:grpSpPr>
        <p:pic>
          <p:nvPicPr>
            <p:cNvPr id="10" name="Picture 9">
              <a:extLst>
                <a:ext uri="{FF2B5EF4-FFF2-40B4-BE49-F238E27FC236}">
                  <a16:creationId xmlns:a16="http://schemas.microsoft.com/office/drawing/2014/main" id="{B77F1309-211C-CA62-5DAC-1566180E0998}"/>
                </a:ext>
              </a:extLst>
            </p:cNvPr>
            <p:cNvPicPr>
              <a:picLocks noChangeAspect="1"/>
            </p:cNvPicPr>
            <p:nvPr/>
          </p:nvPicPr>
          <p:blipFill>
            <a:blip r:embed="rId4"/>
            <a:stretch>
              <a:fillRect/>
            </a:stretch>
          </p:blipFill>
          <p:spPr>
            <a:xfrm>
              <a:off x="771165" y="2595110"/>
              <a:ext cx="1005878" cy="1005878"/>
            </a:xfrm>
            <a:prstGeom prst="rect">
              <a:avLst/>
            </a:prstGeom>
          </p:spPr>
        </p:pic>
        <p:pic>
          <p:nvPicPr>
            <p:cNvPr id="23" name="Picture 22">
              <a:extLst>
                <a:ext uri="{FF2B5EF4-FFF2-40B4-BE49-F238E27FC236}">
                  <a16:creationId xmlns:a16="http://schemas.microsoft.com/office/drawing/2014/main" id="{30ED2549-0ADA-D758-0066-4DD12816939F}"/>
                </a:ext>
              </a:extLst>
            </p:cNvPr>
            <p:cNvPicPr>
              <a:picLocks noChangeAspect="1"/>
            </p:cNvPicPr>
            <p:nvPr/>
          </p:nvPicPr>
          <p:blipFill>
            <a:blip r:embed="rId5"/>
            <a:stretch>
              <a:fillRect/>
            </a:stretch>
          </p:blipFill>
          <p:spPr>
            <a:xfrm>
              <a:off x="1956778" y="2564387"/>
              <a:ext cx="1005878" cy="1005878"/>
            </a:xfrm>
            <a:prstGeom prst="rect">
              <a:avLst/>
            </a:prstGeom>
          </p:spPr>
        </p:pic>
      </p:grpSp>
      <p:grpSp>
        <p:nvGrpSpPr>
          <p:cNvPr id="29" name="Group 28">
            <a:extLst>
              <a:ext uri="{FF2B5EF4-FFF2-40B4-BE49-F238E27FC236}">
                <a16:creationId xmlns:a16="http://schemas.microsoft.com/office/drawing/2014/main" id="{422CE19A-9871-1026-7905-59BF852F30B0}"/>
              </a:ext>
            </a:extLst>
          </p:cNvPr>
          <p:cNvGrpSpPr/>
          <p:nvPr/>
        </p:nvGrpSpPr>
        <p:grpSpPr>
          <a:xfrm>
            <a:off x="4984926" y="5369602"/>
            <a:ext cx="2222147" cy="1014065"/>
            <a:chOff x="762977" y="3826075"/>
            <a:chExt cx="2222147" cy="1014065"/>
          </a:xfrm>
        </p:grpSpPr>
        <p:pic>
          <p:nvPicPr>
            <p:cNvPr id="12" name="Picture 11">
              <a:extLst>
                <a:ext uri="{FF2B5EF4-FFF2-40B4-BE49-F238E27FC236}">
                  <a16:creationId xmlns:a16="http://schemas.microsoft.com/office/drawing/2014/main" id="{63790C51-6FDB-2245-2662-BD784C4BE610}"/>
                </a:ext>
              </a:extLst>
            </p:cNvPr>
            <p:cNvPicPr>
              <a:picLocks noChangeAspect="1"/>
            </p:cNvPicPr>
            <p:nvPr/>
          </p:nvPicPr>
          <p:blipFill>
            <a:blip r:embed="rId6"/>
            <a:stretch>
              <a:fillRect/>
            </a:stretch>
          </p:blipFill>
          <p:spPr>
            <a:xfrm>
              <a:off x="762977" y="3826075"/>
              <a:ext cx="1014065" cy="1014065"/>
            </a:xfrm>
            <a:prstGeom prst="rect">
              <a:avLst/>
            </a:prstGeom>
          </p:spPr>
        </p:pic>
        <p:pic>
          <p:nvPicPr>
            <p:cNvPr id="25" name="Picture 24">
              <a:extLst>
                <a:ext uri="{FF2B5EF4-FFF2-40B4-BE49-F238E27FC236}">
                  <a16:creationId xmlns:a16="http://schemas.microsoft.com/office/drawing/2014/main" id="{09D99CDD-E341-BD22-2A27-146CAD137000}"/>
                </a:ext>
              </a:extLst>
            </p:cNvPr>
            <p:cNvPicPr>
              <a:picLocks noChangeAspect="1"/>
            </p:cNvPicPr>
            <p:nvPr/>
          </p:nvPicPr>
          <p:blipFill>
            <a:blip r:embed="rId7"/>
            <a:stretch>
              <a:fillRect/>
            </a:stretch>
          </p:blipFill>
          <p:spPr>
            <a:xfrm>
              <a:off x="1956778" y="3826075"/>
              <a:ext cx="1028346" cy="1014064"/>
            </a:xfrm>
            <a:prstGeom prst="rect">
              <a:avLst/>
            </a:prstGeom>
          </p:spPr>
        </p:pic>
      </p:grpSp>
      <p:grpSp>
        <p:nvGrpSpPr>
          <p:cNvPr id="28" name="Group 27">
            <a:extLst>
              <a:ext uri="{FF2B5EF4-FFF2-40B4-BE49-F238E27FC236}">
                <a16:creationId xmlns:a16="http://schemas.microsoft.com/office/drawing/2014/main" id="{A526D880-AEAE-53F5-35BE-66C6511C98B7}"/>
              </a:ext>
            </a:extLst>
          </p:cNvPr>
          <p:cNvGrpSpPr/>
          <p:nvPr/>
        </p:nvGrpSpPr>
        <p:grpSpPr>
          <a:xfrm>
            <a:off x="8976421" y="5377788"/>
            <a:ext cx="2191489" cy="1005878"/>
            <a:chOff x="771165" y="5240363"/>
            <a:chExt cx="2191489" cy="1005878"/>
          </a:xfrm>
        </p:grpSpPr>
        <p:pic>
          <p:nvPicPr>
            <p:cNvPr id="16" name="Picture 15">
              <a:extLst>
                <a:ext uri="{FF2B5EF4-FFF2-40B4-BE49-F238E27FC236}">
                  <a16:creationId xmlns:a16="http://schemas.microsoft.com/office/drawing/2014/main" id="{7BAF5F91-F6FD-85D2-BC69-06EB7436AD8B}"/>
                </a:ext>
              </a:extLst>
            </p:cNvPr>
            <p:cNvPicPr>
              <a:picLocks noChangeAspect="1"/>
            </p:cNvPicPr>
            <p:nvPr/>
          </p:nvPicPr>
          <p:blipFill>
            <a:blip r:embed="rId8"/>
            <a:stretch>
              <a:fillRect/>
            </a:stretch>
          </p:blipFill>
          <p:spPr>
            <a:xfrm>
              <a:off x="771165" y="5240364"/>
              <a:ext cx="1005877" cy="1005877"/>
            </a:xfrm>
            <a:prstGeom prst="rect">
              <a:avLst/>
            </a:prstGeom>
          </p:spPr>
        </p:pic>
        <p:pic>
          <p:nvPicPr>
            <p:cNvPr id="27" name="Picture 26">
              <a:extLst>
                <a:ext uri="{FF2B5EF4-FFF2-40B4-BE49-F238E27FC236}">
                  <a16:creationId xmlns:a16="http://schemas.microsoft.com/office/drawing/2014/main" id="{C7BEEAE3-EB2F-0D52-A497-05C44B5DDB72}"/>
                </a:ext>
              </a:extLst>
            </p:cNvPr>
            <p:cNvPicPr>
              <a:picLocks noChangeAspect="1"/>
            </p:cNvPicPr>
            <p:nvPr/>
          </p:nvPicPr>
          <p:blipFill>
            <a:blip r:embed="rId9"/>
            <a:stretch>
              <a:fillRect/>
            </a:stretch>
          </p:blipFill>
          <p:spPr>
            <a:xfrm>
              <a:off x="1956777" y="5240363"/>
              <a:ext cx="1005877" cy="1005877"/>
            </a:xfrm>
            <a:prstGeom prst="rect">
              <a:avLst/>
            </a:prstGeom>
          </p:spPr>
        </p:pic>
      </p:grpSp>
      <p:sp>
        <p:nvSpPr>
          <p:cNvPr id="31" name="TextBox 30">
            <a:extLst>
              <a:ext uri="{FF2B5EF4-FFF2-40B4-BE49-F238E27FC236}">
                <a16:creationId xmlns:a16="http://schemas.microsoft.com/office/drawing/2014/main" id="{76EBA0C5-2A6C-26B4-6B50-01DCCFF41E9C}"/>
              </a:ext>
            </a:extLst>
          </p:cNvPr>
          <p:cNvSpPr txBox="1"/>
          <p:nvPr/>
        </p:nvSpPr>
        <p:spPr>
          <a:xfrm>
            <a:off x="2878292" y="2686062"/>
            <a:ext cx="6435416" cy="1477328"/>
          </a:xfrm>
          <a:prstGeom prst="rect">
            <a:avLst/>
          </a:prstGeom>
          <a:noFill/>
        </p:spPr>
        <p:txBody>
          <a:bodyPr wrap="none" rtlCol="0">
            <a:spAutoFit/>
          </a:bodyPr>
          <a:lstStyle/>
          <a:p>
            <a:r>
              <a:rPr lang="en-GB" sz="4000" dirty="0">
                <a:solidFill>
                  <a:schemeClr val="bg1"/>
                </a:solidFill>
                <a:latin typeface="Verdana" panose="020B0604030504040204" pitchFamily="34" charset="0"/>
                <a:ea typeface="Verdana" panose="020B0604030504040204" pitchFamily="34" charset="0"/>
                <a:cs typeface="Helvetica" panose="020B0604020202020204" pitchFamily="34" charset="0"/>
              </a:rPr>
              <a:t>Thank you for your time</a:t>
            </a:r>
          </a:p>
          <a:p>
            <a:endParaRPr lang="en-GB" dirty="0">
              <a:solidFill>
                <a:schemeClr val="bg1"/>
              </a:solidFill>
              <a:latin typeface="Verdana" panose="020B0604030504040204" pitchFamily="34" charset="0"/>
              <a:ea typeface="Verdana" panose="020B0604030504040204" pitchFamily="34" charset="0"/>
              <a:cs typeface="Helvetica" panose="020B0604020202020204" pitchFamily="34" charset="0"/>
            </a:endParaRPr>
          </a:p>
          <a:p>
            <a:pPr algn="ctr"/>
            <a:r>
              <a:rPr lang="en-GB" sz="3200" dirty="0">
                <a:solidFill>
                  <a:schemeClr val="bg1"/>
                </a:solidFill>
                <a:latin typeface="Verdana" panose="020B0604030504040204" pitchFamily="34" charset="0"/>
                <a:ea typeface="Verdana" panose="020B0604030504040204" pitchFamily="34" charset="0"/>
                <a:cs typeface="Helvetica" panose="020B0604020202020204" pitchFamily="34" charset="0"/>
              </a:rPr>
              <a:t>Any Questions?</a:t>
            </a:r>
          </a:p>
        </p:txBody>
      </p:sp>
    </p:spTree>
    <p:extLst>
      <p:ext uri="{BB962C8B-B14F-4D97-AF65-F5344CB8AC3E}">
        <p14:creationId xmlns:p14="http://schemas.microsoft.com/office/powerpoint/2010/main" val="1186067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ef06227c70244b99f28efd69bf8c4a2 xmlns="e9d2523a-f6c8-4b58-93c0-559fd1563d05">
      <Terms xmlns="http://schemas.microsoft.com/office/infopath/2007/PartnerControls"/>
    </lef06227c70244b99f28efd69bf8c4a2>
    <ncc7974b4cc743ee9fa76c9d4986e664 xmlns="e9d2523a-f6c8-4b58-93c0-559fd1563d05">
      <Terms xmlns="http://schemas.microsoft.com/office/infopath/2007/PartnerControls"/>
    </ncc7974b4cc743ee9fa76c9d4986e664>
    <TaxCatchAll xmlns="e9d2523a-f6c8-4b58-93c0-559fd1563d05" xsi:nil="true"/>
    <e895aedb3c1b437f9b9a6dbf3a7b3bb6 xmlns="e9d2523a-f6c8-4b58-93c0-559fd1563d05">
      <Terms xmlns="http://schemas.microsoft.com/office/infopath/2007/PartnerControls"/>
    </e895aedb3c1b437f9b9a6dbf3a7b3bb6>
    <b1cc683000e54dd292230264e51d5ab3 xmlns="e9d2523a-f6c8-4b58-93c0-559fd1563d05">
      <Terms xmlns="http://schemas.microsoft.com/office/infopath/2007/PartnerControls"/>
    </b1cc683000e54dd292230264e51d5ab3>
  </documentManagement>
</p:properties>
</file>

<file path=customXml/item2.xml><?xml version="1.0" encoding="utf-8"?>
<ct:contentTypeSchema xmlns:ct="http://schemas.microsoft.com/office/2006/metadata/contentType" xmlns:ma="http://schemas.microsoft.com/office/2006/metadata/properties/metaAttributes" ct:_="" ma:_="" ma:contentTypeName="Black Marble Document" ma:contentTypeID="0x010100AED4198795C7FE49B29C2076BD071E19007DEAE32E2ED4B448A1594E9C77816AF8" ma:contentTypeVersion="48" ma:contentTypeDescription="" ma:contentTypeScope="" ma:versionID="d2431e3ed2409abae89e219c4a16521c">
  <xsd:schema xmlns:xsd="http://www.w3.org/2001/XMLSchema" xmlns:xs="http://www.w3.org/2001/XMLSchema" xmlns:p="http://schemas.microsoft.com/office/2006/metadata/properties" xmlns:ns2="e9d2523a-f6c8-4b58-93c0-559fd1563d05" targetNamespace="http://schemas.microsoft.com/office/2006/metadata/properties" ma:root="true" ma:fieldsID="1e91f6f90ca884da9d324c164e63362a" ns2:_="">
    <xsd:import namespace="e9d2523a-f6c8-4b58-93c0-559fd1563d05"/>
    <xsd:element name="properties">
      <xsd:complexType>
        <xsd:sequence>
          <xsd:element name="documentManagement">
            <xsd:complexType>
              <xsd:all>
                <xsd:element ref="ns2:ncc7974b4cc743ee9fa76c9d4986e664" minOccurs="0"/>
                <xsd:element ref="ns2:TaxCatchAll" minOccurs="0"/>
                <xsd:element ref="ns2:TaxCatchAllLabel" minOccurs="0"/>
                <xsd:element ref="ns2:e895aedb3c1b437f9b9a6dbf3a7b3bb6" minOccurs="0"/>
                <xsd:element ref="ns2:lef06227c70244b99f28efd69bf8c4a2" minOccurs="0"/>
                <xsd:element ref="ns2:b1cc683000e54dd292230264e51d5ab3"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d2523a-f6c8-4b58-93c0-559fd1563d05" elementFormDefault="qualified">
    <xsd:import namespace="http://schemas.microsoft.com/office/2006/documentManagement/types"/>
    <xsd:import namespace="http://schemas.microsoft.com/office/infopath/2007/PartnerControls"/>
    <xsd:element name="ncc7974b4cc743ee9fa76c9d4986e664" ma:index="8" nillable="true" ma:taxonomy="true" ma:internalName="ncc7974b4cc743ee9fa76c9d4986e664" ma:taxonomyFieldName="Client" ma:displayName="Client" ma:readOnly="false" ma:default="" ma:fieldId="{7cc7974b-4cc7-43ee-9fa7-6c9d4986e664}" ma:sspId="613de2c2-ece5-413d-a54d-11a84cbe9590" ma:termSetId="986f9cb8-dd98-4721-a02f-04cdb7abca8c" ma:anchorId="00000000-0000-0000-0000-000000000000" ma:open="true" ma:isKeyword="false">
      <xsd:complexType>
        <xsd:sequence>
          <xsd:element ref="pc:Terms" minOccurs="0" maxOccurs="1"/>
        </xsd:sequence>
      </xsd:complexType>
    </xsd:element>
    <xsd:element name="TaxCatchAll" ma:index="9" nillable="true" ma:displayName="Taxonomy Catch All Column" ma:hidden="true" ma:list="{0825ddf7-5dbb-4b12-9f5f-afeebe1388c2}" ma:internalName="TaxCatchAll" ma:showField="CatchAllData" ma:web="235817de-0f1e-495a-b6be-54b5fc82f0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0825ddf7-5dbb-4b12-9f5f-afeebe1388c2}" ma:internalName="TaxCatchAllLabel" ma:readOnly="true" ma:showField="CatchAllDataLabel" ma:web="235817de-0f1e-495a-b6be-54b5fc82f0f9">
      <xsd:complexType>
        <xsd:complexContent>
          <xsd:extension base="dms:MultiChoiceLookup">
            <xsd:sequence>
              <xsd:element name="Value" type="dms:Lookup" maxOccurs="unbounded" minOccurs="0" nillable="true"/>
            </xsd:sequence>
          </xsd:extension>
        </xsd:complexContent>
      </xsd:complexType>
    </xsd:element>
    <xsd:element name="e895aedb3c1b437f9b9a6dbf3a7b3bb6" ma:index="12" nillable="true" ma:taxonomy="true" ma:internalName="e895aedb3c1b437f9b9a6dbf3a7b3bb6" ma:taxonomyFieldName="Partner" ma:displayName="Partner" ma:readOnly="false" ma:default="" ma:fieldId="{e895aedb-3c1b-437f-9b9a-6dbf3a7b3bb6}" ma:sspId="613de2c2-ece5-413d-a54d-11a84cbe9590" ma:termSetId="92f83c62-f94b-472c-a28f-1c8e3cb98a96" ma:anchorId="00000000-0000-0000-0000-000000000000" ma:open="true" ma:isKeyword="false">
      <xsd:complexType>
        <xsd:sequence>
          <xsd:element ref="pc:Terms" minOccurs="0" maxOccurs="1"/>
        </xsd:sequence>
      </xsd:complexType>
    </xsd:element>
    <xsd:element name="lef06227c70244b99f28efd69bf8c4a2" ma:index="14" nillable="true" ma:taxonomy="true" ma:internalName="lef06227c70244b99f28efd69bf8c4a2" ma:taxonomyFieldName="Document_x0020_Type" ma:displayName="Document Type" ma:readOnly="false" ma:default="" ma:fieldId="{5ef06227-c702-44b9-9f28-efd69bf8c4a2}" ma:sspId="613de2c2-ece5-413d-a54d-11a84cbe9590" ma:termSetId="d5379354-3d20-4456-9144-4376ace0bb6b" ma:anchorId="00000000-0000-0000-0000-000000000000" ma:open="true" ma:isKeyword="false">
      <xsd:complexType>
        <xsd:sequence>
          <xsd:element ref="pc:Terms" minOccurs="0" maxOccurs="1"/>
        </xsd:sequence>
      </xsd:complexType>
    </xsd:element>
    <xsd:element name="b1cc683000e54dd292230264e51d5ab3" ma:index="16" nillable="true" ma:taxonomy="true" ma:internalName="b1cc683000e54dd292230264e51d5ab3" ma:taxonomyFieldName="Document_x0020_Category" ma:displayName="Document Category" ma:readOnly="false" ma:default="" ma:fieldId="{b1cc6830-00e5-4dd2-9223-0264e51d5ab3}" ma:taxonomyMulti="true" ma:sspId="613de2c2-ece5-413d-a54d-11a84cbe9590" ma:termSetId="7387cc0c-b9df-46cb-a740-e3919ed82fc2" ma:anchorId="00000000-0000-0000-0000-000000000000"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613de2c2-ece5-413d-a54d-11a84cbe9590" ContentTypeId="0x010100AED4198795C7FE49B29C2076BD071E19" PreviousValue="false"/>
</file>

<file path=customXml/itemProps1.xml><?xml version="1.0" encoding="utf-8"?>
<ds:datastoreItem xmlns:ds="http://schemas.openxmlformats.org/officeDocument/2006/customXml" ds:itemID="{596528DA-9B45-40E0-86E6-8A6D0B24087B}">
  <ds:schemaRefs>
    <ds:schemaRef ds:uri="http://schemas.microsoft.com/office/2006/documentManagement/types"/>
    <ds:schemaRef ds:uri="e9d2523a-f6c8-4b58-93c0-559fd1563d05"/>
    <ds:schemaRef ds:uri="http://purl.org/dc/dcmitype/"/>
    <ds:schemaRef ds:uri="http://purl.org/dc/elements/1.1/"/>
    <ds:schemaRef ds:uri="http://purl.org/dc/terms/"/>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D1BD6A5-CDB5-427E-8202-24A6EFE221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d2523a-f6c8-4b58-93c0-559fd1563d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194187A-35B6-47D7-8671-AC566DAD546C}">
  <ds:schemaRefs>
    <ds:schemaRef ds:uri="http://schemas.microsoft.com/sharepoint/v3/contenttype/forms"/>
  </ds:schemaRefs>
</ds:datastoreItem>
</file>

<file path=customXml/itemProps4.xml><?xml version="1.0" encoding="utf-8"?>
<ds:datastoreItem xmlns:ds="http://schemas.openxmlformats.org/officeDocument/2006/customXml" ds:itemID="{5D62E8DA-5514-45E6-821A-9387BE7802AD}">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otalTime>373</TotalTime>
  <Words>986</Words>
  <Application>Microsoft Office PowerPoint</Application>
  <PresentationFormat>Widescreen</PresentationFormat>
  <Paragraphs>146</Paragraphs>
  <Slides>19</Slides>
  <Notes>18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Agfa Rotis Sans Serif</vt:lpstr>
      <vt:lpstr>-apple-system</vt:lpstr>
      <vt:lpstr>Aptos</vt:lpstr>
      <vt:lpstr>Arial</vt:lpstr>
      <vt:lpstr>Calibri</vt:lpstr>
      <vt:lpstr>Calibri Light</vt:lpstr>
      <vt:lpstr>Verdana</vt:lpstr>
      <vt:lpstr>Office Theme</vt:lpstr>
      <vt:lpstr>PowerPoint Presentation</vt:lpstr>
      <vt:lpstr>PowerPoint Presentation</vt:lpstr>
      <vt:lpstr>Thank you to our Sponsors!</vt:lpstr>
      <vt:lpstr>PowerPoint Presentation</vt:lpstr>
      <vt:lpstr>PowerPoint Presentation</vt:lpstr>
      <vt:lpstr>PowerPoint Presentation</vt:lpstr>
      <vt:lpstr>PowerPoint Presentation</vt:lpstr>
      <vt:lpstr>PowerPoint Presentation</vt:lpstr>
      <vt:lpstr>SAS Leak Mitigation</vt:lpstr>
      <vt:lpstr>PowerPoint Presentation</vt:lpstr>
      <vt:lpstr>PowerPoint Presentation</vt:lpstr>
      <vt:lpstr>PowerPoint Presentation</vt:lpstr>
      <vt:lpstr>PowerPoint Presentation</vt:lpstr>
      <vt:lpstr>PowerPoint Presentation</vt:lpstr>
      <vt:lpstr>Logic App SAS Summary</vt:lpstr>
      <vt:lpstr>Is SAS the Best Way?</vt:lpstr>
      <vt:lpstr>Easy Auth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Linda Hogg</dc:creator>
  <cp:lastModifiedBy>Andrew Wilson</cp:lastModifiedBy>
  <cp:revision>76</cp:revision>
  <dcterms:created xsi:type="dcterms:W3CDTF">2016-08-27T21:32:17Z</dcterms:created>
  <dcterms:modified xsi:type="dcterms:W3CDTF">2025-02-21T20:56:37Z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0x010100AED4198795C7FE49B29C2076BD071E19007DEAE32E2ED4B448A1594E9C77816AF8</vt:lpwstr>
  </property>
  <property fmtid="{D5CDD505-2E9C-101B-9397-08002B2CF9AE}" pid="3" name="Partner">
    <vt:lpwstr/>
  </property>
  <property fmtid="{D5CDD505-2E9C-101B-9397-08002B2CF9AE}" pid="4" name="Client">
    <vt:lpwstr/>
  </property>
  <property fmtid="{D5CDD505-2E9C-101B-9397-08002B2CF9AE}" pid="5" name="Document Category">
    <vt:lpwstr/>
  </property>
  <property fmtid="{D5CDD505-2E9C-101B-9397-08002B2CF9AE}" pid="6" name="Document Type">
    <vt:lpwstr/>
  </property>
  <property fmtid="{D5CDD505-2E9C-101B-9397-08002B2CF9AE}" pid="7" name="AuthorIds_UIVersion_8192">
    <vt:lpwstr>10,86</vt:lpwstr>
  </property>
  <property fmtid="{D5CDD505-2E9C-101B-9397-08002B2CF9AE}" pid="8" name="MediaServiceImageTags">
    <vt:lpwstr/>
  </property>
  <property fmtid="{D5CDD505-2E9C-101B-9397-08002B2CF9AE}" pid="9" name="lcf76f155ced4ddcb4097134ff3c332f">
    <vt:lpwstr/>
  </property>
</Properties>
</file>